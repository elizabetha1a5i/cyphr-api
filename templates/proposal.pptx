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10287000" cy="18288000"/>
  <p:embeddedFontLst>
    <p:embeddedFont>
      <p:font typeface="League Gothic"/>
      <p:regular r:id="rId15"/>
    </p:embeddedFont>
    <p:embeddedFont>
      <p:font typeface="DM Sans"/>
      <p:regular r:id="rId16"/>
      <p:bold r:id="rId17"/>
      <p:italic r:id="rId18"/>
      <p:boldItalic r:id="rId19"/>
    </p:embeddedFont>
    <p:embeddedFont>
      <p:font typeface="DM Mono"/>
      <p:regular r:id="rId20"/>
      <p: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48">
          <p15:clr>
            <a:srgbClr val="747775"/>
          </p15:clr>
        </p15:guide>
        <p15:guide id="2" pos="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48" orient="horz"/>
        <p:guide pos="9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DMMono-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DMMon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eagueGothic-regular.fntdata"/><Relationship Id="rId14" Type="http://schemas.openxmlformats.org/officeDocument/2006/relationships/slide" Target="slides/slide9.xml"/><Relationship Id="rId17" Type="http://schemas.openxmlformats.org/officeDocument/2006/relationships/font" Target="fonts/DMSans-bold.fntdata"/><Relationship Id="rId16" Type="http://schemas.openxmlformats.org/officeDocument/2006/relationships/font" Target="fonts/DMSans-regular.fntdata"/><Relationship Id="rId5" Type="http://schemas.openxmlformats.org/officeDocument/2006/relationships/notesMaster" Target="notesMasters/notesMaster1.xml"/><Relationship Id="rId19" Type="http://schemas.openxmlformats.org/officeDocument/2006/relationships/font" Target="fonts/DMSans-boldItalic.fntdata"/><Relationship Id="rId6" Type="http://schemas.openxmlformats.org/officeDocument/2006/relationships/slide" Target="slides/slide1.xml"/><Relationship Id="rId18" Type="http://schemas.openxmlformats.org/officeDocument/2006/relationships/font" Target="fonts/DM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g2ecac93bd7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g2ecac93bd78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g2ecac93bd78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g2ecac93bd78_0_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g2ecac93bd78_0_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g2ecac93bd78_0_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3b892033b7f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g3b892033b7f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g3b892033b7f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f2d116e77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df2d116e77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g3df2d116e77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f2d116e77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df2d116e77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g3df2d116e77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f2d116e7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df2d116e7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f2d116e7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f2d116e77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df2d116e77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df2d116e77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b88c61f22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b88c61f22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b88c61f22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f2d116e77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g3df2d116e77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df2d116e77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7883156" y="278738"/>
            <a:ext cx="560100" cy="217500"/>
          </a:xfrm>
          <a:prstGeom prst="rect">
            <a:avLst/>
          </a:prstGeom>
          <a:noFill/>
          <a:ln>
            <a:noFill/>
          </a:ln>
        </p:spPr>
        <p:txBody>
          <a:bodyPr anchorCtr="0" anchor="ctr" bIns="91425" lIns="91425" spcFirstLastPara="1" rIns="91425" wrap="square" tIns="91425">
            <a:noAutofit/>
          </a:bodyPr>
          <a:lstStyle>
            <a:lvl1pPr lvl="0" rtl="0">
              <a:buNone/>
              <a:defRPr sz="900"/>
            </a:lvl1pPr>
            <a:lvl2pPr lvl="1" rtl="0">
              <a:buNone/>
              <a:defRPr sz="900"/>
            </a:lvl2pPr>
            <a:lvl3pPr lvl="2" rtl="0">
              <a:buNone/>
              <a:defRPr sz="900"/>
            </a:lvl3pPr>
            <a:lvl4pPr lvl="3" rtl="0">
              <a:buNone/>
              <a:defRPr sz="900"/>
            </a:lvl4pPr>
            <a:lvl5pPr lvl="4" rtl="0">
              <a:buNone/>
              <a:defRPr sz="900"/>
            </a:lvl5pPr>
            <a:lvl6pPr lvl="5" rtl="0">
              <a:buNone/>
              <a:defRPr sz="900"/>
            </a:lvl6pPr>
            <a:lvl7pPr lvl="6" rtl="0">
              <a:buNone/>
              <a:defRPr sz="900"/>
            </a:lvl7pPr>
            <a:lvl8pPr lvl="7" rtl="0">
              <a:buNone/>
              <a:defRPr sz="900"/>
            </a:lvl8pPr>
            <a:lvl9pPr lvl="8" rtl="0">
              <a:buNone/>
              <a:defRPr sz="900"/>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23.jpg"/><Relationship Id="rId5" Type="http://schemas.openxmlformats.org/officeDocument/2006/relationships/image" Target="../media/image4.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7.png"/><Relationship Id="rId8"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7.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5.jpg"/><Relationship Id="rId5" Type="http://schemas.openxmlformats.org/officeDocument/2006/relationships/image" Target="../media/image4.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16" name="Shape 16"/>
        <p:cNvGrpSpPr/>
        <p:nvPr/>
      </p:nvGrpSpPr>
      <p:grpSpPr>
        <a:xfrm>
          <a:off x="0" y="0"/>
          <a:ext cx="0" cy="0"/>
          <a:chOff x="0" y="0"/>
          <a:chExt cx="0" cy="0"/>
        </a:xfrm>
      </p:grpSpPr>
      <p:pic>
        <p:nvPicPr>
          <p:cNvPr descr="preencoded.png" id="17" name="Google Shape;17;p3"/>
          <p:cNvPicPr preferRelativeResize="0"/>
          <p:nvPr/>
        </p:nvPicPr>
        <p:blipFill rotWithShape="1">
          <a:blip r:embed="rId3">
            <a:alphaModFix/>
          </a:blip>
          <a:srcRect b="0" l="0" r="0" t="0"/>
          <a:stretch/>
        </p:blipFill>
        <p:spPr>
          <a:xfrm>
            <a:off x="152400" y="652463"/>
            <a:ext cx="17983197" cy="18288"/>
          </a:xfrm>
          <a:prstGeom prst="rect">
            <a:avLst/>
          </a:prstGeom>
          <a:noFill/>
          <a:ln>
            <a:noFill/>
          </a:ln>
        </p:spPr>
      </p:pic>
      <p:pic>
        <p:nvPicPr>
          <p:cNvPr id="18" name="Google Shape;18;p3"/>
          <p:cNvPicPr preferRelativeResize="0"/>
          <p:nvPr/>
        </p:nvPicPr>
        <p:blipFill rotWithShape="1">
          <a:blip r:embed="rId4">
            <a:alphaModFix/>
          </a:blip>
          <a:srcRect b="56484" l="0" r="0" t="9064"/>
          <a:stretch/>
        </p:blipFill>
        <p:spPr>
          <a:xfrm>
            <a:off x="219075" y="6185225"/>
            <a:ext cx="17849850" cy="4101775"/>
          </a:xfrm>
          <a:prstGeom prst="rect">
            <a:avLst/>
          </a:prstGeom>
          <a:noFill/>
          <a:ln>
            <a:noFill/>
          </a:ln>
        </p:spPr>
      </p:pic>
      <p:sp>
        <p:nvSpPr>
          <p:cNvPr id="19" name="Google Shape;19;p3"/>
          <p:cNvSpPr/>
          <p:nvPr/>
        </p:nvSpPr>
        <p:spPr>
          <a:xfrm>
            <a:off x="152400" y="781050"/>
            <a:ext cx="13095900" cy="2229000"/>
          </a:xfrm>
          <a:prstGeom prst="rect">
            <a:avLst/>
          </a:prstGeom>
          <a:noFill/>
          <a:ln>
            <a:noFill/>
          </a:ln>
        </p:spPr>
        <p:txBody>
          <a:bodyPr anchorCtr="0" anchor="t" bIns="0" lIns="0" spcFirstLastPara="1" rIns="0" wrap="square" tIns="0">
            <a:noAutofit/>
          </a:bodyPr>
          <a:lstStyle/>
          <a:p>
            <a:pPr indent="0" lvl="0" marL="0" marR="0" rtl="0" algn="l">
              <a:lnSpc>
                <a:spcPct val="76497"/>
              </a:lnSpc>
              <a:spcBef>
                <a:spcPts val="0"/>
              </a:spcBef>
              <a:spcAft>
                <a:spcPts val="0"/>
              </a:spcAft>
              <a:buClr>
                <a:srgbClr val="000000"/>
              </a:buClr>
              <a:buSzPts val="19500"/>
              <a:buFont typeface="League Gothic"/>
              <a:buNone/>
            </a:pPr>
            <a:r>
              <a:rPr lang="en-US" sz="19500">
                <a:latin typeface="League Gothic"/>
                <a:ea typeface="League Gothic"/>
                <a:cs typeface="League Gothic"/>
                <a:sym typeface="League Gothic"/>
              </a:rPr>
              <a:t>CLIENT</a:t>
            </a:r>
            <a:endParaRPr sz="19500">
              <a:latin typeface="League Gothic"/>
              <a:ea typeface="League Gothic"/>
              <a:cs typeface="League Gothic"/>
              <a:sym typeface="League Gothic"/>
            </a:endParaRPr>
          </a:p>
          <a:p>
            <a:pPr indent="0" lvl="0" marL="0" marR="0" rtl="0" algn="l">
              <a:lnSpc>
                <a:spcPct val="76497"/>
              </a:lnSpc>
              <a:spcBef>
                <a:spcPts val="0"/>
              </a:spcBef>
              <a:spcAft>
                <a:spcPts val="0"/>
              </a:spcAft>
              <a:buClr>
                <a:srgbClr val="000000"/>
              </a:buClr>
              <a:buSzPts val="19500"/>
              <a:buFont typeface="League Gothic"/>
              <a:buNone/>
            </a:pPr>
            <a:r>
              <a:rPr lang="en-US" sz="6000">
                <a:latin typeface="League Gothic"/>
                <a:ea typeface="League Gothic"/>
                <a:cs typeface="League Gothic"/>
                <a:sym typeface="League Gothic"/>
              </a:rPr>
              <a:t>PROJECT NAME</a:t>
            </a:r>
            <a:endParaRPr sz="6000">
              <a:latin typeface="League Gothic"/>
              <a:ea typeface="League Gothic"/>
              <a:cs typeface="League Gothic"/>
              <a:sym typeface="League Gothic"/>
            </a:endParaRPr>
          </a:p>
          <a:p>
            <a:pPr indent="0" lvl="0" marL="0" marR="0" rtl="0" algn="l">
              <a:lnSpc>
                <a:spcPct val="76497"/>
              </a:lnSpc>
              <a:spcBef>
                <a:spcPts val="0"/>
              </a:spcBef>
              <a:spcAft>
                <a:spcPts val="0"/>
              </a:spcAft>
              <a:buClr>
                <a:srgbClr val="000000"/>
              </a:buClr>
              <a:buSzPts val="19500"/>
              <a:buFont typeface="League Gothic"/>
              <a:buNone/>
            </a:pPr>
            <a:r>
              <a:rPr lang="en-US" sz="6000">
                <a:latin typeface="League Gothic"/>
                <a:ea typeface="League Gothic"/>
                <a:cs typeface="League Gothic"/>
                <a:sym typeface="League Gothic"/>
              </a:rPr>
              <a:t>Cost Estimate </a:t>
            </a:r>
            <a:endParaRPr b="0" i="0" sz="19500" u="none" cap="none" strike="noStrike">
              <a:solidFill>
                <a:schemeClr val="dk1"/>
              </a:solidFill>
              <a:latin typeface="Calibri"/>
              <a:ea typeface="Calibri"/>
              <a:cs typeface="Calibri"/>
              <a:sym typeface="Calibri"/>
            </a:endParaRPr>
          </a:p>
        </p:txBody>
      </p:sp>
      <p:pic>
        <p:nvPicPr>
          <p:cNvPr id="20" name="Google Shape;20;p3"/>
          <p:cNvPicPr preferRelativeResize="0"/>
          <p:nvPr/>
        </p:nvPicPr>
        <p:blipFill rotWithShape="1">
          <a:blip r:embed="rId5">
            <a:alphaModFix/>
          </a:blip>
          <a:srcRect b="25233" l="0" r="0" t="23061"/>
          <a:stretch/>
        </p:blipFill>
        <p:spPr>
          <a:xfrm>
            <a:off x="0" y="6096525"/>
            <a:ext cx="18288000" cy="2969825"/>
          </a:xfrm>
          <a:prstGeom prst="rect">
            <a:avLst/>
          </a:prstGeom>
          <a:noFill/>
          <a:ln>
            <a:noFill/>
          </a:ln>
        </p:spPr>
      </p:pic>
      <p:sp>
        <p:nvSpPr>
          <p:cNvPr id="21" name="Google Shape;21;p3"/>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22" name="Google Shape;22;p3"/>
          <p:cNvSpPr/>
          <p:nvPr/>
        </p:nvSpPr>
        <p:spPr>
          <a:xfrm>
            <a:off x="16237150" y="152400"/>
            <a:ext cx="1898400" cy="126300"/>
          </a:xfrm>
          <a:prstGeom prst="rect">
            <a:avLst/>
          </a:prstGeom>
          <a:noFill/>
          <a:ln>
            <a:noFill/>
          </a:ln>
        </p:spPr>
        <p:txBody>
          <a:bodyPr anchorCtr="0" anchor="t" bIns="0" lIns="0" spcFirstLastPara="1" rIns="0" wrap="square" tIns="0">
            <a:noAutofit/>
          </a:bodyPr>
          <a:lstStyle/>
          <a:p>
            <a:pPr indent="0" lvl="0" marL="0" rtl="0" algn="r">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a:t>
            </a:r>
            <a:r>
              <a:rPr lang="en-US" sz="900">
                <a:solidFill>
                  <a:schemeClr val="dk1"/>
                </a:solidFill>
                <a:latin typeface="DM Mono"/>
                <a:ea typeface="DM Mono"/>
                <a:cs typeface="DM Mono"/>
                <a:sym typeface="DM Mono"/>
              </a:rPr>
              <a:t>X BLUE SQUARE</a:t>
            </a:r>
            <a:endParaRPr sz="900">
              <a:solidFill>
                <a:schemeClr val="dk1"/>
              </a:solidFill>
              <a:latin typeface="Calibri"/>
              <a:ea typeface="Calibri"/>
              <a:cs typeface="Calibri"/>
              <a:sym typeface="Calibri"/>
            </a:endParaRPr>
          </a:p>
          <a:p>
            <a:pPr indent="0" lvl="0" marL="0" marR="0" rtl="0" algn="r">
              <a:lnSpc>
                <a:spcPct val="119000"/>
              </a:lnSpc>
              <a:spcBef>
                <a:spcPts val="0"/>
              </a:spcBef>
              <a:spcAft>
                <a:spcPts val="0"/>
              </a:spcAft>
              <a:buClr>
                <a:srgbClr val="000000"/>
              </a:buClr>
              <a:buSzPts val="900"/>
              <a:buFont typeface="DM Mono"/>
              <a:buNone/>
            </a:pPr>
            <a:r>
              <a:t/>
            </a:r>
            <a:endParaRPr sz="900">
              <a:latin typeface="DM Mono"/>
              <a:ea typeface="DM Mono"/>
              <a:cs typeface="DM Mono"/>
              <a:sym typeface="DM Mono"/>
            </a:endParaRPr>
          </a:p>
        </p:txBody>
      </p:sp>
      <p:sp>
        <p:nvSpPr>
          <p:cNvPr id="23" name="Google Shape;23;p3"/>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24" name="Google Shape;24;p3"/>
          <p:cNvPicPr preferRelativeResize="0"/>
          <p:nvPr/>
        </p:nvPicPr>
        <p:blipFill>
          <a:blip r:embed="rId6">
            <a:alphaModFix/>
          </a:blip>
          <a:stretch>
            <a:fillRect/>
          </a:stretch>
        </p:blipFill>
        <p:spPr>
          <a:xfrm>
            <a:off x="152400" y="152400"/>
            <a:ext cx="751612" cy="357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29" name="Shape 29"/>
        <p:cNvGrpSpPr/>
        <p:nvPr/>
      </p:nvGrpSpPr>
      <p:grpSpPr>
        <a:xfrm>
          <a:off x="0" y="0"/>
          <a:ext cx="0" cy="0"/>
          <a:chOff x="0" y="0"/>
          <a:chExt cx="0" cy="0"/>
        </a:xfrm>
      </p:grpSpPr>
      <p:pic>
        <p:nvPicPr>
          <p:cNvPr descr="preencoded.png" id="30" name="Google Shape;30;p4"/>
          <p:cNvPicPr preferRelativeResize="0"/>
          <p:nvPr/>
        </p:nvPicPr>
        <p:blipFill rotWithShape="1">
          <a:blip r:embed="rId3">
            <a:alphaModFix/>
          </a:blip>
          <a:srcRect b="0" l="0" r="0" t="0"/>
          <a:stretch/>
        </p:blipFill>
        <p:spPr>
          <a:xfrm>
            <a:off x="152400" y="652463"/>
            <a:ext cx="17983197" cy="18288"/>
          </a:xfrm>
          <a:prstGeom prst="rect">
            <a:avLst/>
          </a:prstGeom>
          <a:noFill/>
          <a:ln>
            <a:noFill/>
          </a:ln>
        </p:spPr>
      </p:pic>
      <p:sp>
        <p:nvSpPr>
          <p:cNvPr id="31" name="Google Shape;31;p4"/>
          <p:cNvSpPr/>
          <p:nvPr/>
        </p:nvSpPr>
        <p:spPr>
          <a:xfrm>
            <a:off x="152400" y="904875"/>
            <a:ext cx="8982000" cy="8955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t/>
            </a:r>
            <a:endParaRPr b="0" i="0" sz="7800" u="none" cap="none" strike="noStrike">
              <a:solidFill>
                <a:schemeClr val="dk1"/>
              </a:solidFill>
              <a:latin typeface="Calibri"/>
              <a:ea typeface="Calibri"/>
              <a:cs typeface="Calibri"/>
              <a:sym typeface="Calibri"/>
            </a:endParaRPr>
          </a:p>
        </p:txBody>
      </p:sp>
      <p:sp>
        <p:nvSpPr>
          <p:cNvPr id="32" name="Google Shape;32;p4"/>
          <p:cNvSpPr/>
          <p:nvPr/>
        </p:nvSpPr>
        <p:spPr>
          <a:xfrm>
            <a:off x="152400" y="6254400"/>
            <a:ext cx="15390300" cy="38856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1800"/>
              </a:spcBef>
              <a:spcAft>
                <a:spcPts val="0"/>
              </a:spcAft>
              <a:buClr>
                <a:schemeClr val="dk1"/>
              </a:buClr>
              <a:buSzPts val="1100"/>
              <a:buFont typeface="Arial"/>
              <a:buNone/>
            </a:pPr>
            <a:r>
              <a:t/>
            </a:r>
            <a:endParaRPr b="1" sz="24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DM Sans"/>
                <a:ea typeface="DM Sans"/>
                <a:cs typeface="DM Sans"/>
                <a:sym typeface="DM Sans"/>
              </a:rPr>
              <a:t>This proposal outlines….</a:t>
            </a:r>
            <a:endParaRPr sz="24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t/>
            </a:r>
            <a:endParaRPr sz="1700">
              <a:latin typeface="DM Sans"/>
              <a:ea typeface="DM Sans"/>
              <a:cs typeface="DM Sans"/>
              <a:sym typeface="DM Sans"/>
            </a:endParaRPr>
          </a:p>
        </p:txBody>
      </p:sp>
      <p:sp>
        <p:nvSpPr>
          <p:cNvPr id="33" name="Google Shape;33;p4"/>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34" name="Google Shape;34;p4"/>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35" name="Google Shape;35;p4"/>
          <p:cNvPicPr preferRelativeResize="0"/>
          <p:nvPr/>
        </p:nvPicPr>
        <p:blipFill>
          <a:blip r:embed="rId4">
            <a:alphaModFix/>
          </a:blip>
          <a:stretch>
            <a:fillRect/>
          </a:stretch>
        </p:blipFill>
        <p:spPr>
          <a:xfrm>
            <a:off x="152400" y="152400"/>
            <a:ext cx="751612" cy="357200"/>
          </a:xfrm>
          <a:prstGeom prst="rect">
            <a:avLst/>
          </a:prstGeom>
          <a:noFill/>
          <a:ln>
            <a:noFill/>
          </a:ln>
        </p:spPr>
      </p:pic>
      <p:sp>
        <p:nvSpPr>
          <p:cNvPr id="36" name="Google Shape;36;p4"/>
          <p:cNvSpPr/>
          <p:nvPr/>
        </p:nvSpPr>
        <p:spPr>
          <a:xfrm>
            <a:off x="16237150" y="152400"/>
            <a:ext cx="1898400" cy="126300"/>
          </a:xfrm>
          <a:prstGeom prst="rect">
            <a:avLst/>
          </a:prstGeom>
          <a:noFill/>
          <a:ln>
            <a:noFill/>
          </a:ln>
        </p:spPr>
        <p:txBody>
          <a:bodyPr anchorCtr="0" anchor="t" bIns="0" lIns="0" spcFirstLastPara="1" rIns="0" wrap="square" tIns="0">
            <a:noAutofit/>
          </a:bodyPr>
          <a:lstStyle/>
          <a:p>
            <a:pPr indent="0" lvl="0" marL="0" rtl="0" algn="r">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indent="0" lvl="0" marL="0" marR="0" rtl="0" algn="r">
              <a:lnSpc>
                <a:spcPct val="119000"/>
              </a:lnSpc>
              <a:spcBef>
                <a:spcPts val="0"/>
              </a:spcBef>
              <a:spcAft>
                <a:spcPts val="0"/>
              </a:spcAft>
              <a:buClr>
                <a:srgbClr val="000000"/>
              </a:buClr>
              <a:buSzPts val="900"/>
              <a:buFont typeface="DM Mono"/>
              <a:buNone/>
            </a:pPr>
            <a:r>
              <a:t/>
            </a:r>
            <a:endParaRPr sz="900">
              <a:latin typeface="DM Mono"/>
              <a:ea typeface="DM Mono"/>
              <a:cs typeface="DM Mono"/>
              <a:sym typeface="DM Mono"/>
            </a:endParaRPr>
          </a:p>
        </p:txBody>
      </p:sp>
      <p:sp>
        <p:nvSpPr>
          <p:cNvPr id="37" name="Google Shape;37;p4"/>
          <p:cNvSpPr/>
          <p:nvPr/>
        </p:nvSpPr>
        <p:spPr>
          <a:xfrm>
            <a:off x="152400" y="904875"/>
            <a:ext cx="12098700" cy="895500"/>
          </a:xfrm>
          <a:prstGeom prst="rect">
            <a:avLst/>
          </a:prstGeom>
          <a:noFill/>
          <a:ln>
            <a:noFill/>
          </a:ln>
        </p:spPr>
        <p:txBody>
          <a:bodyPr anchorCtr="0" anchor="t" bIns="0" lIns="0" spcFirstLastPara="1" rIns="0" wrap="square" tIns="0">
            <a:noAutofit/>
          </a:bodyPr>
          <a:lstStyle/>
          <a:p>
            <a:pPr indent="0" lvl="0" marL="0" rtl="0" algn="l">
              <a:lnSpc>
                <a:spcPct val="76500"/>
              </a:lnSpc>
              <a:spcBef>
                <a:spcPts val="0"/>
              </a:spcBef>
              <a:spcAft>
                <a:spcPts val="0"/>
              </a:spcAft>
              <a:buClr>
                <a:schemeClr val="dk1"/>
              </a:buClr>
              <a:buSzPts val="7800"/>
              <a:buFont typeface="League Gothic"/>
              <a:buNone/>
            </a:pPr>
            <a:r>
              <a:rPr lang="en-US" sz="11700">
                <a:solidFill>
                  <a:schemeClr val="dk1"/>
                </a:solidFill>
                <a:latin typeface="League Gothic"/>
                <a:ea typeface="League Gothic"/>
                <a:cs typeface="League Gothic"/>
                <a:sym typeface="League Gothic"/>
              </a:rPr>
              <a:t>Executive Summary</a:t>
            </a:r>
            <a:endParaRPr sz="7800">
              <a:latin typeface="League Gothic"/>
              <a:ea typeface="League Gothic"/>
              <a:cs typeface="League Gothic"/>
              <a:sym typeface="League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42" name="Shape 42"/>
        <p:cNvGrpSpPr/>
        <p:nvPr/>
      </p:nvGrpSpPr>
      <p:grpSpPr>
        <a:xfrm>
          <a:off x="0" y="0"/>
          <a:ext cx="0" cy="0"/>
          <a:chOff x="0" y="0"/>
          <a:chExt cx="0" cy="0"/>
        </a:xfrm>
      </p:grpSpPr>
      <p:pic>
        <p:nvPicPr>
          <p:cNvPr descr="preencoded.png" id="43" name="Google Shape;43;p5"/>
          <p:cNvPicPr preferRelativeResize="0"/>
          <p:nvPr/>
        </p:nvPicPr>
        <p:blipFill rotWithShape="1">
          <a:blip r:embed="rId3">
            <a:alphaModFix/>
          </a:blip>
          <a:srcRect b="0" l="0" r="0" t="0"/>
          <a:stretch/>
        </p:blipFill>
        <p:spPr>
          <a:xfrm>
            <a:off x="152400" y="652463"/>
            <a:ext cx="17983197" cy="18288"/>
          </a:xfrm>
          <a:prstGeom prst="rect">
            <a:avLst/>
          </a:prstGeom>
          <a:noFill/>
          <a:ln>
            <a:noFill/>
          </a:ln>
        </p:spPr>
      </p:pic>
      <p:sp>
        <p:nvSpPr>
          <p:cNvPr id="44" name="Google Shape;44;p5"/>
          <p:cNvSpPr/>
          <p:nvPr/>
        </p:nvSpPr>
        <p:spPr>
          <a:xfrm>
            <a:off x="152400" y="904875"/>
            <a:ext cx="8982000" cy="8955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t/>
            </a:r>
            <a:endParaRPr b="0" i="0" sz="7800" u="none" cap="none" strike="noStrike">
              <a:solidFill>
                <a:schemeClr val="dk1"/>
              </a:solidFill>
              <a:latin typeface="Calibri"/>
              <a:ea typeface="Calibri"/>
              <a:cs typeface="Calibri"/>
              <a:sym typeface="Calibri"/>
            </a:endParaRPr>
          </a:p>
        </p:txBody>
      </p:sp>
      <p:sp>
        <p:nvSpPr>
          <p:cNvPr id="45" name="Google Shape;45;p5"/>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46" name="Google Shape;46;p5"/>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47" name="Google Shape;47;p5"/>
          <p:cNvPicPr preferRelativeResize="0"/>
          <p:nvPr/>
        </p:nvPicPr>
        <p:blipFill>
          <a:blip r:embed="rId4">
            <a:alphaModFix/>
          </a:blip>
          <a:stretch>
            <a:fillRect/>
          </a:stretch>
        </p:blipFill>
        <p:spPr>
          <a:xfrm>
            <a:off x="152400" y="152400"/>
            <a:ext cx="751612" cy="357200"/>
          </a:xfrm>
          <a:prstGeom prst="rect">
            <a:avLst/>
          </a:prstGeom>
          <a:noFill/>
          <a:ln>
            <a:noFill/>
          </a:ln>
        </p:spPr>
      </p:pic>
      <p:sp>
        <p:nvSpPr>
          <p:cNvPr id="48" name="Google Shape;48;p5"/>
          <p:cNvSpPr/>
          <p:nvPr/>
        </p:nvSpPr>
        <p:spPr>
          <a:xfrm>
            <a:off x="16237150" y="152400"/>
            <a:ext cx="1898400" cy="126300"/>
          </a:xfrm>
          <a:prstGeom prst="rect">
            <a:avLst/>
          </a:prstGeom>
          <a:noFill/>
          <a:ln>
            <a:noFill/>
          </a:ln>
        </p:spPr>
        <p:txBody>
          <a:bodyPr anchorCtr="0" anchor="t" bIns="0" lIns="0" spcFirstLastPara="1" rIns="0" wrap="square" tIns="0">
            <a:noAutofit/>
          </a:bodyPr>
          <a:lstStyle/>
          <a:p>
            <a:pPr indent="0" lvl="0" marL="0" rtl="0" algn="r">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indent="0" lvl="0" marL="0" marR="0" rtl="0" algn="r">
              <a:lnSpc>
                <a:spcPct val="119000"/>
              </a:lnSpc>
              <a:spcBef>
                <a:spcPts val="0"/>
              </a:spcBef>
              <a:spcAft>
                <a:spcPts val="0"/>
              </a:spcAft>
              <a:buClr>
                <a:srgbClr val="000000"/>
              </a:buClr>
              <a:buSzPts val="900"/>
              <a:buFont typeface="DM Mono"/>
              <a:buNone/>
            </a:pPr>
            <a:r>
              <a:t/>
            </a:r>
            <a:endParaRPr sz="900">
              <a:latin typeface="DM Mono"/>
              <a:ea typeface="DM Mono"/>
              <a:cs typeface="DM Mono"/>
              <a:sym typeface="DM Mono"/>
            </a:endParaRPr>
          </a:p>
        </p:txBody>
      </p:sp>
      <p:sp>
        <p:nvSpPr>
          <p:cNvPr id="49" name="Google Shape;49;p5"/>
          <p:cNvSpPr/>
          <p:nvPr/>
        </p:nvSpPr>
        <p:spPr>
          <a:xfrm>
            <a:off x="152400" y="4596600"/>
            <a:ext cx="15390300" cy="50046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1800"/>
              </a:spcBef>
              <a:spcAft>
                <a:spcPts val="0"/>
              </a:spcAft>
              <a:buClr>
                <a:schemeClr val="dk1"/>
              </a:buClr>
              <a:buSzPts val="1100"/>
              <a:buFont typeface="Arial"/>
              <a:buNone/>
            </a:pPr>
            <a:r>
              <a:t/>
            </a:r>
            <a:endParaRPr b="1" sz="24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latin typeface="DM Sans"/>
                <a:ea typeface="DM Sans"/>
                <a:cs typeface="DM Sans"/>
                <a:sym typeface="DM Sans"/>
              </a:rPr>
              <a:t>Activity Overview</a:t>
            </a:r>
            <a:r>
              <a:rPr lang="en-US"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latin typeface="DM Sans"/>
                <a:ea typeface="DM Sans"/>
                <a:cs typeface="DM Sans"/>
                <a:sym typeface="DM Sans"/>
              </a:rPr>
              <a:t>The Digital User Journey</a:t>
            </a:r>
            <a:endParaRPr b="1" sz="2400">
              <a:solidFill>
                <a:schemeClr val="dk1"/>
              </a:solidFill>
              <a:latin typeface="DM Sans"/>
              <a:ea typeface="DM Sans"/>
              <a:cs typeface="DM Sans"/>
              <a:sym typeface="DM Sans"/>
            </a:endParaRPr>
          </a:p>
          <a:p>
            <a:pPr indent="-381000" lvl="0" marL="457200" rtl="0" algn="l">
              <a:lnSpc>
                <a:spcPct val="115000"/>
              </a:lnSpc>
              <a:spcBef>
                <a:spcPts val="1200"/>
              </a:spcBef>
              <a:spcAft>
                <a:spcPts val="0"/>
              </a:spcAft>
              <a:buClr>
                <a:schemeClr val="dk1"/>
              </a:buClr>
              <a:buSzPts val="2400"/>
              <a:buFont typeface="DM Sans"/>
              <a:buAutoNum type="arabicPeriod"/>
            </a:pPr>
            <a:r>
              <a:rPr lang="en-US" sz="2400">
                <a:solidFill>
                  <a:schemeClr val="dk1"/>
                </a:solidFill>
                <a:latin typeface="DM Sans"/>
                <a:ea typeface="DM Sans"/>
                <a:cs typeface="DM Sans"/>
                <a:sym typeface="DM Sans"/>
              </a:rPr>
              <a:t>….</a:t>
            </a:r>
            <a:endParaRPr sz="2400">
              <a:solidFill>
                <a:schemeClr val="dk1"/>
              </a:solidFill>
              <a:latin typeface="DM Sans"/>
              <a:ea typeface="DM Sans"/>
              <a:cs typeface="DM Sans"/>
              <a:sym typeface="DM Sans"/>
            </a:endParaRPr>
          </a:p>
          <a:p>
            <a:pPr indent="-381000" lvl="0" marL="457200" rtl="0" algn="l">
              <a:lnSpc>
                <a:spcPct val="115000"/>
              </a:lnSpc>
              <a:spcBef>
                <a:spcPts val="0"/>
              </a:spcBef>
              <a:spcAft>
                <a:spcPts val="0"/>
              </a:spcAft>
              <a:buClr>
                <a:schemeClr val="dk1"/>
              </a:buClr>
              <a:buSzPts val="2400"/>
              <a:buFont typeface="DM Sans"/>
              <a:buAutoNum type="arabicPeriod"/>
            </a:pPr>
            <a:r>
              <a:t/>
            </a:r>
            <a:endParaRPr sz="2400">
              <a:solidFill>
                <a:schemeClr val="dk1"/>
              </a:solidFill>
              <a:latin typeface="DM Sans"/>
              <a:ea typeface="DM Sans"/>
              <a:cs typeface="DM Sans"/>
              <a:sym typeface="DM Sans"/>
            </a:endParaRPr>
          </a:p>
          <a:p>
            <a:pPr indent="0" lvl="0" marL="0" rtl="0" algn="l">
              <a:lnSpc>
                <a:spcPct val="115000"/>
              </a:lnSpc>
              <a:spcBef>
                <a:spcPts val="1200"/>
              </a:spcBef>
              <a:spcAft>
                <a:spcPts val="1200"/>
              </a:spcAft>
              <a:buNone/>
            </a:pPr>
            <a:r>
              <a:t/>
            </a:r>
            <a:endParaRPr b="1" sz="2400">
              <a:solidFill>
                <a:schemeClr val="dk1"/>
              </a:solidFill>
              <a:latin typeface="DM Sans"/>
              <a:ea typeface="DM Sans"/>
              <a:cs typeface="DM Sans"/>
              <a:sym typeface="DM Sans"/>
            </a:endParaRPr>
          </a:p>
        </p:txBody>
      </p:sp>
      <p:sp>
        <p:nvSpPr>
          <p:cNvPr id="50" name="Google Shape;50;p5"/>
          <p:cNvSpPr/>
          <p:nvPr/>
        </p:nvSpPr>
        <p:spPr>
          <a:xfrm>
            <a:off x="152400" y="904875"/>
            <a:ext cx="12098700" cy="895500"/>
          </a:xfrm>
          <a:prstGeom prst="rect">
            <a:avLst/>
          </a:prstGeom>
          <a:noFill/>
          <a:ln>
            <a:noFill/>
          </a:ln>
        </p:spPr>
        <p:txBody>
          <a:bodyPr anchorCtr="0" anchor="t" bIns="0" lIns="0" spcFirstLastPara="1" rIns="0" wrap="square" tIns="0">
            <a:noAutofit/>
          </a:bodyPr>
          <a:lstStyle/>
          <a:p>
            <a:pPr indent="0" lvl="0" marL="0" rtl="0" algn="l">
              <a:lnSpc>
                <a:spcPct val="76500"/>
              </a:lnSpc>
              <a:spcBef>
                <a:spcPts val="0"/>
              </a:spcBef>
              <a:spcAft>
                <a:spcPts val="0"/>
              </a:spcAft>
              <a:buClr>
                <a:schemeClr val="dk1"/>
              </a:buClr>
              <a:buSzPts val="7800"/>
              <a:buFont typeface="League Gothic"/>
              <a:buNone/>
            </a:pPr>
            <a:r>
              <a:rPr lang="en-US" sz="11700">
                <a:solidFill>
                  <a:schemeClr val="dk1"/>
                </a:solidFill>
                <a:latin typeface="League Gothic"/>
                <a:ea typeface="League Gothic"/>
                <a:cs typeface="League Gothic"/>
                <a:sym typeface="League Gothic"/>
              </a:rPr>
              <a:t>The Ask</a:t>
            </a:r>
            <a:endParaRPr sz="7800">
              <a:latin typeface="League Gothic"/>
              <a:ea typeface="League Gothic"/>
              <a:cs typeface="League Gothic"/>
              <a:sym typeface="League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55" name="Shape 55"/>
        <p:cNvGrpSpPr/>
        <p:nvPr/>
      </p:nvGrpSpPr>
      <p:grpSpPr>
        <a:xfrm>
          <a:off x="0" y="0"/>
          <a:ext cx="0" cy="0"/>
          <a:chOff x="0" y="0"/>
          <a:chExt cx="0" cy="0"/>
        </a:xfrm>
      </p:grpSpPr>
      <p:pic>
        <p:nvPicPr>
          <p:cNvPr descr="preencoded.png" id="56" name="Google Shape;56;p6"/>
          <p:cNvPicPr preferRelativeResize="0"/>
          <p:nvPr/>
        </p:nvPicPr>
        <p:blipFill rotWithShape="1">
          <a:blip r:embed="rId3">
            <a:alphaModFix/>
          </a:blip>
          <a:srcRect b="0" l="0" r="0" t="0"/>
          <a:stretch/>
        </p:blipFill>
        <p:spPr>
          <a:xfrm>
            <a:off x="152400" y="152400"/>
            <a:ext cx="828675" cy="357188"/>
          </a:xfrm>
          <a:prstGeom prst="rect">
            <a:avLst/>
          </a:prstGeom>
          <a:noFill/>
          <a:ln>
            <a:noFill/>
          </a:ln>
        </p:spPr>
      </p:pic>
      <p:pic>
        <p:nvPicPr>
          <p:cNvPr descr="preencoded.png" id="57" name="Google Shape;57;p6"/>
          <p:cNvPicPr preferRelativeResize="0"/>
          <p:nvPr/>
        </p:nvPicPr>
        <p:blipFill rotWithShape="1">
          <a:blip r:embed="rId4">
            <a:alphaModFix/>
          </a:blip>
          <a:srcRect b="0" l="0" r="0" t="0"/>
          <a:stretch/>
        </p:blipFill>
        <p:spPr>
          <a:xfrm>
            <a:off x="152400" y="652463"/>
            <a:ext cx="17983197" cy="18288"/>
          </a:xfrm>
          <a:prstGeom prst="rect">
            <a:avLst/>
          </a:prstGeom>
          <a:noFill/>
          <a:ln>
            <a:noFill/>
          </a:ln>
        </p:spPr>
      </p:pic>
      <p:sp>
        <p:nvSpPr>
          <p:cNvPr id="58" name="Google Shape;58;p6"/>
          <p:cNvSpPr/>
          <p:nvPr/>
        </p:nvSpPr>
        <p:spPr>
          <a:xfrm>
            <a:off x="9420225" y="885825"/>
            <a:ext cx="3393000" cy="2571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Strategy &amp; Venture </a:t>
            </a:r>
            <a:endParaRPr b="0" i="0" sz="1575" u="none" cap="none" strike="noStrike">
              <a:solidFill>
                <a:schemeClr val="dk1"/>
              </a:solidFill>
              <a:latin typeface="Calibri"/>
              <a:ea typeface="Calibri"/>
              <a:cs typeface="Calibri"/>
              <a:sym typeface="Calibri"/>
            </a:endParaRPr>
          </a:p>
        </p:txBody>
      </p:sp>
      <p:sp>
        <p:nvSpPr>
          <p:cNvPr id="59" name="Google Shape;59;p6"/>
          <p:cNvSpPr/>
          <p:nvPr/>
        </p:nvSpPr>
        <p:spPr>
          <a:xfrm>
            <a:off x="14039850" y="885825"/>
            <a:ext cx="2456400" cy="2571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Product Design &amp; Build </a:t>
            </a:r>
            <a:endParaRPr b="0" i="0" sz="1575" u="none" cap="none" strike="noStrike">
              <a:solidFill>
                <a:schemeClr val="dk1"/>
              </a:solidFill>
              <a:latin typeface="Calibri"/>
              <a:ea typeface="Calibri"/>
              <a:cs typeface="Calibri"/>
              <a:sym typeface="Calibri"/>
            </a:endParaRPr>
          </a:p>
        </p:txBody>
      </p:sp>
      <p:sp>
        <p:nvSpPr>
          <p:cNvPr id="60" name="Google Shape;60;p6"/>
          <p:cNvSpPr/>
          <p:nvPr/>
        </p:nvSpPr>
        <p:spPr>
          <a:xfrm>
            <a:off x="9420225" y="5691200"/>
            <a:ext cx="3038400" cy="2571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Marketing </a:t>
            </a:r>
            <a:endParaRPr b="0" i="0" sz="1575" u="none" cap="none" strike="noStrike">
              <a:solidFill>
                <a:schemeClr val="dk1"/>
              </a:solidFill>
              <a:latin typeface="Calibri"/>
              <a:ea typeface="Calibri"/>
              <a:cs typeface="Calibri"/>
              <a:sym typeface="Calibri"/>
            </a:endParaRPr>
          </a:p>
        </p:txBody>
      </p:sp>
      <p:sp>
        <p:nvSpPr>
          <p:cNvPr id="61" name="Google Shape;61;p6"/>
          <p:cNvSpPr/>
          <p:nvPr/>
        </p:nvSpPr>
        <p:spPr>
          <a:xfrm>
            <a:off x="14039850" y="5691200"/>
            <a:ext cx="2819400" cy="2571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Data  &amp; Insights</a:t>
            </a:r>
            <a:endParaRPr b="0" i="0" sz="1575" u="none" cap="none" strike="noStrike">
              <a:solidFill>
                <a:schemeClr val="dk1"/>
              </a:solidFill>
              <a:latin typeface="Calibri"/>
              <a:ea typeface="Calibri"/>
              <a:cs typeface="Calibri"/>
              <a:sym typeface="Calibri"/>
            </a:endParaRPr>
          </a:p>
        </p:txBody>
      </p:sp>
      <p:sp>
        <p:nvSpPr>
          <p:cNvPr id="62" name="Google Shape;62;p6"/>
          <p:cNvSpPr/>
          <p:nvPr/>
        </p:nvSpPr>
        <p:spPr>
          <a:xfrm>
            <a:off x="152400" y="904875"/>
            <a:ext cx="8982000" cy="17907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rPr lang="en-US" sz="11700">
                <a:latin typeface="League Gothic"/>
                <a:ea typeface="League Gothic"/>
                <a:cs typeface="League Gothic"/>
                <a:sym typeface="League Gothic"/>
              </a:rPr>
              <a:t>Scope + Services</a:t>
            </a:r>
            <a:endParaRPr b="0" i="0" sz="11700" u="none" cap="none" strike="noStrike">
              <a:solidFill>
                <a:schemeClr val="dk1"/>
              </a:solidFill>
              <a:latin typeface="Calibri"/>
              <a:ea typeface="Calibri"/>
              <a:cs typeface="Calibri"/>
              <a:sym typeface="Calibri"/>
            </a:endParaRPr>
          </a:p>
        </p:txBody>
      </p:sp>
      <p:sp>
        <p:nvSpPr>
          <p:cNvPr id="63" name="Google Shape;63;p6"/>
          <p:cNvSpPr/>
          <p:nvPr/>
        </p:nvSpPr>
        <p:spPr>
          <a:xfrm>
            <a:off x="152400" y="9278650"/>
            <a:ext cx="5766000" cy="8193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000000"/>
              </a:buClr>
              <a:buSzPts val="2700"/>
              <a:buFont typeface="DM Sans"/>
              <a:buNone/>
            </a:pPr>
            <a:r>
              <a:rPr lang="en-US" sz="2200">
                <a:latin typeface="DM Sans"/>
                <a:ea typeface="DM Sans"/>
                <a:cs typeface="DM Sans"/>
                <a:sym typeface="DM Sans"/>
              </a:rPr>
              <a:t>Creating tomorrow’s digital products, services and experiences.</a:t>
            </a:r>
            <a:endParaRPr b="0" i="0" sz="2200" u="none" cap="none" strike="noStrike">
              <a:solidFill>
                <a:srgbClr val="000000"/>
              </a:solidFill>
              <a:latin typeface="DM Sans"/>
              <a:ea typeface="DM Sans"/>
              <a:cs typeface="DM Sans"/>
              <a:sym typeface="DM Sans"/>
            </a:endParaRPr>
          </a:p>
          <a:p>
            <a:pPr indent="0" lvl="0" marL="0" marR="0" rtl="0" algn="l">
              <a:lnSpc>
                <a:spcPct val="102000"/>
              </a:lnSpc>
              <a:spcBef>
                <a:spcPts val="0"/>
              </a:spcBef>
              <a:spcAft>
                <a:spcPts val="0"/>
              </a:spcAft>
              <a:buClr>
                <a:srgbClr val="000000"/>
              </a:buClr>
              <a:buSzPts val="2700"/>
              <a:buFont typeface="DM Sans"/>
              <a:buNone/>
            </a:pPr>
            <a:r>
              <a:t/>
            </a:r>
            <a:endParaRPr sz="2200">
              <a:latin typeface="DM Sans"/>
              <a:ea typeface="DM Sans"/>
              <a:cs typeface="DM Sans"/>
              <a:sym typeface="DM Sans"/>
            </a:endParaRPr>
          </a:p>
        </p:txBody>
      </p:sp>
      <p:cxnSp>
        <p:nvCxnSpPr>
          <p:cNvPr id="64" name="Google Shape;64;p6"/>
          <p:cNvCxnSpPr/>
          <p:nvPr/>
        </p:nvCxnSpPr>
        <p:spPr>
          <a:xfrm>
            <a:off x="9144000" y="670747"/>
            <a:ext cx="0" cy="96426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6"/>
          <p:cNvCxnSpPr/>
          <p:nvPr/>
        </p:nvCxnSpPr>
        <p:spPr>
          <a:xfrm>
            <a:off x="13807975" y="670747"/>
            <a:ext cx="0" cy="9642600"/>
          </a:xfrm>
          <a:prstGeom prst="straightConnector1">
            <a:avLst/>
          </a:prstGeom>
          <a:noFill/>
          <a:ln cap="flat" cmpd="sng" w="9525">
            <a:solidFill>
              <a:schemeClr val="dk2"/>
            </a:solidFill>
            <a:prstDash val="solid"/>
            <a:round/>
            <a:headEnd len="med" w="med" type="none"/>
            <a:tailEnd len="med" w="med" type="none"/>
          </a:ln>
        </p:spPr>
      </p:cxnSp>
      <p:cxnSp>
        <p:nvCxnSpPr>
          <p:cNvPr id="66" name="Google Shape;66;p6"/>
          <p:cNvCxnSpPr/>
          <p:nvPr/>
        </p:nvCxnSpPr>
        <p:spPr>
          <a:xfrm>
            <a:off x="9141800" y="5419400"/>
            <a:ext cx="9152700" cy="0"/>
          </a:xfrm>
          <a:prstGeom prst="straightConnector1">
            <a:avLst/>
          </a:prstGeom>
          <a:noFill/>
          <a:ln cap="flat" cmpd="sng" w="9525">
            <a:solidFill>
              <a:schemeClr val="dk2"/>
            </a:solidFill>
            <a:prstDash val="solid"/>
            <a:round/>
            <a:headEnd len="med" w="med" type="none"/>
            <a:tailEnd len="med" w="med" type="none"/>
          </a:ln>
        </p:spPr>
      </p:cxnSp>
      <p:sp>
        <p:nvSpPr>
          <p:cNvPr id="67" name="Google Shape;67;p6"/>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68" name="Google Shape;68;p6"/>
          <p:cNvSpPr/>
          <p:nvPr/>
        </p:nvSpPr>
        <p:spPr>
          <a:xfrm>
            <a:off x="17176400" y="152400"/>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b="0" i="0" lang="en-US" sz="900" u="none" cap="none" strike="noStrike">
                <a:solidFill>
                  <a:srgbClr val="000000"/>
                </a:solidFill>
                <a:latin typeface="DM Mono"/>
                <a:ea typeface="DM Mono"/>
                <a:cs typeface="DM Mono"/>
                <a:sym typeface="DM Mono"/>
              </a:rPr>
              <a:t>PRESENTATION</a:t>
            </a:r>
            <a:br>
              <a:rPr b="0" i="0" lang="en-US" sz="900" u="none" cap="none" strike="noStrike">
                <a:solidFill>
                  <a:srgbClr val="000000"/>
                </a:solidFill>
                <a:latin typeface="DM Mono"/>
                <a:ea typeface="DM Mono"/>
                <a:cs typeface="DM Mono"/>
                <a:sym typeface="DM Mono"/>
              </a:rPr>
            </a:br>
            <a:endParaRPr b="0" i="0" sz="900" u="none" cap="none" strike="noStrike">
              <a:solidFill>
                <a:schemeClr val="dk1"/>
              </a:solidFill>
              <a:latin typeface="Calibri"/>
              <a:ea typeface="Calibri"/>
              <a:cs typeface="Calibri"/>
              <a:sym typeface="Calibri"/>
            </a:endParaRPr>
          </a:p>
        </p:txBody>
      </p:sp>
      <p:sp>
        <p:nvSpPr>
          <p:cNvPr id="69" name="Google Shape;69;p6"/>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sp>
        <p:nvSpPr>
          <p:cNvPr id="70" name="Google Shape;70;p6"/>
          <p:cNvSpPr/>
          <p:nvPr/>
        </p:nvSpPr>
        <p:spPr>
          <a:xfrm>
            <a:off x="14039850" y="1733475"/>
            <a:ext cx="3711900" cy="3875100"/>
          </a:xfrm>
          <a:prstGeom prst="rect">
            <a:avLst/>
          </a:prstGeom>
          <a:noFill/>
          <a:ln>
            <a:noFill/>
          </a:ln>
        </p:spPr>
        <p:txBody>
          <a:bodyPr anchorCtr="0" anchor="t" bIns="0" lIns="0" spcFirstLastPara="1" rIns="0" wrap="square" tIns="0">
            <a:noAutofit/>
          </a:bodyPr>
          <a:lstStyle/>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User research &amp; usability testing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Product strategy</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Design - brand, experience, visual, UX/UI</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Product development - prototyping, wireframing, front-end/back-end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development &amp; quality assurance &amp; testing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Product lifecycle management </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550">
              <a:solidFill>
                <a:schemeClr val="dk1"/>
              </a:solidFill>
              <a:latin typeface="DM Sans"/>
              <a:ea typeface="DM Sans"/>
              <a:cs typeface="DM Sans"/>
              <a:sym typeface="DM Sans"/>
            </a:endParaRPr>
          </a:p>
          <a:p>
            <a:pPr indent="0" lvl="0" marL="0" marR="0" rtl="0" algn="l">
              <a:lnSpc>
                <a:spcPct val="76500"/>
              </a:lnSpc>
              <a:spcBef>
                <a:spcPts val="0"/>
              </a:spcBef>
              <a:spcAft>
                <a:spcPts val="0"/>
              </a:spcAft>
              <a:buClr>
                <a:srgbClr val="000000"/>
              </a:buClr>
              <a:buSzPts val="18600"/>
              <a:buFont typeface="League Gothic"/>
              <a:buNone/>
            </a:pPr>
            <a:r>
              <a:t/>
            </a:r>
            <a:endParaRPr sz="1550">
              <a:solidFill>
                <a:schemeClr val="dk1"/>
              </a:solidFill>
              <a:latin typeface="DM Sans"/>
              <a:ea typeface="DM Sans"/>
              <a:cs typeface="DM Sans"/>
              <a:sym typeface="DM Sans"/>
            </a:endParaRPr>
          </a:p>
        </p:txBody>
      </p:sp>
      <p:sp>
        <p:nvSpPr>
          <p:cNvPr id="71" name="Google Shape;71;p6"/>
          <p:cNvSpPr/>
          <p:nvPr/>
        </p:nvSpPr>
        <p:spPr>
          <a:xfrm>
            <a:off x="9420225" y="6481400"/>
            <a:ext cx="3897600" cy="2124000"/>
          </a:xfrm>
          <a:prstGeom prst="rect">
            <a:avLst/>
          </a:prstGeom>
          <a:noFill/>
          <a:ln>
            <a:noFill/>
          </a:ln>
        </p:spPr>
        <p:txBody>
          <a:bodyPr anchorCtr="0" anchor="t" bIns="0" lIns="0" spcFirstLastPara="1" rIns="0" wrap="square" tIns="0">
            <a:noAutofit/>
          </a:bodyPr>
          <a:lstStyle/>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Marketing strategy &amp; planning</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Fan Lifecycle Marketing - CLM/CRM, loyalty &amp; retention, data-driven insights</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Campaign Activation &amp; Management</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550">
              <a:solidFill>
                <a:schemeClr val="dk1"/>
              </a:solidFill>
              <a:latin typeface="DM Sans"/>
              <a:ea typeface="DM Sans"/>
              <a:cs typeface="DM Sans"/>
              <a:sym typeface="DM Sans"/>
            </a:endParaRPr>
          </a:p>
          <a:p>
            <a:pPr indent="0" lvl="0" marL="0" marR="0" rtl="0" algn="ctr">
              <a:lnSpc>
                <a:spcPct val="76500"/>
              </a:lnSpc>
              <a:spcBef>
                <a:spcPts val="0"/>
              </a:spcBef>
              <a:spcAft>
                <a:spcPts val="0"/>
              </a:spcAft>
              <a:buClr>
                <a:srgbClr val="000000"/>
              </a:buClr>
              <a:buSzPts val="18600"/>
              <a:buFont typeface="League Gothic"/>
              <a:buNone/>
            </a:pPr>
            <a:r>
              <a:t/>
            </a:r>
            <a:endParaRPr sz="1550">
              <a:latin typeface="DM Sans"/>
              <a:ea typeface="DM Sans"/>
              <a:cs typeface="DM Sans"/>
              <a:sym typeface="DM Sans"/>
            </a:endParaRPr>
          </a:p>
        </p:txBody>
      </p:sp>
      <p:sp>
        <p:nvSpPr>
          <p:cNvPr id="72" name="Google Shape;72;p6"/>
          <p:cNvSpPr/>
          <p:nvPr/>
        </p:nvSpPr>
        <p:spPr>
          <a:xfrm>
            <a:off x="14039850" y="6481400"/>
            <a:ext cx="3897600" cy="2124000"/>
          </a:xfrm>
          <a:prstGeom prst="rect">
            <a:avLst/>
          </a:prstGeom>
          <a:noFill/>
          <a:ln>
            <a:noFill/>
          </a:ln>
        </p:spPr>
        <p:txBody>
          <a:bodyPr anchorCtr="0" anchor="t" bIns="0" lIns="0" spcFirstLastPara="1" rIns="0" wrap="square" tIns="0">
            <a:noAutofit/>
          </a:bodyPr>
          <a:lstStyle/>
          <a:p>
            <a:pPr indent="0" lvl="0" marL="0" marR="0" rtl="0" algn="l">
              <a:lnSpc>
                <a:spcPct val="75000"/>
              </a:lnSpc>
              <a:spcBef>
                <a:spcPts val="0"/>
              </a:spcBef>
              <a:spcAft>
                <a:spcPts val="0"/>
              </a:spcAft>
              <a:buNone/>
            </a:pPr>
            <a:r>
              <a:rPr lang="en-US" sz="1550">
                <a:solidFill>
                  <a:schemeClr val="dk1"/>
                </a:solidFill>
                <a:latin typeface="DM Sans"/>
                <a:ea typeface="DM Sans"/>
                <a:cs typeface="DM Sans"/>
                <a:sym typeface="DM Sans"/>
              </a:rPr>
              <a:t>Audience &amp; fan segmentation</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rPr lang="en-US" sz="1550">
                <a:solidFill>
                  <a:schemeClr val="dk1"/>
                </a:solidFill>
                <a:latin typeface="DM Sans"/>
                <a:ea typeface="DM Sans"/>
                <a:cs typeface="DM Sans"/>
                <a:sym typeface="DM Sans"/>
              </a:rPr>
              <a:t>Data-driven decision making</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rPr lang="en-US" sz="1550">
                <a:solidFill>
                  <a:schemeClr val="dk1"/>
                </a:solidFill>
                <a:latin typeface="DM Sans"/>
                <a:ea typeface="DM Sans"/>
                <a:cs typeface="DM Sans"/>
                <a:sym typeface="DM Sans"/>
              </a:rPr>
              <a:t>Fan behavior analytics</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rPr lang="en-US" sz="1550">
                <a:solidFill>
                  <a:schemeClr val="dk1"/>
                </a:solidFill>
                <a:latin typeface="DM Sans"/>
                <a:ea typeface="DM Sans"/>
                <a:cs typeface="DM Sans"/>
                <a:sym typeface="DM Sans"/>
              </a:rPr>
              <a:t>Culture trend reports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rPr lang="en-US" sz="1550">
                <a:solidFill>
                  <a:schemeClr val="dk1"/>
                </a:solidFill>
                <a:latin typeface="DM Sans"/>
                <a:ea typeface="DM Sans"/>
                <a:cs typeface="DM Sans"/>
                <a:sym typeface="DM Sans"/>
              </a:rPr>
              <a:t>Data &amp; performance analytics</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rPr lang="en-US" sz="1550">
                <a:solidFill>
                  <a:schemeClr val="dk1"/>
                </a:solidFill>
                <a:latin typeface="DM Sans"/>
                <a:ea typeface="DM Sans"/>
                <a:cs typeface="DM Sans"/>
                <a:sym typeface="DM Sans"/>
              </a:rPr>
              <a:t>Predictive insights </a:t>
            </a:r>
            <a:endParaRPr sz="1550">
              <a:solidFill>
                <a:schemeClr val="dk1"/>
              </a:solidFill>
              <a:latin typeface="DM Sans"/>
              <a:ea typeface="DM Sans"/>
              <a:cs typeface="DM Sans"/>
              <a:sym typeface="DM Sans"/>
            </a:endParaRPr>
          </a:p>
          <a:p>
            <a:pPr indent="0" lvl="0" marL="0" marR="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spcBef>
                <a:spcPts val="1500"/>
              </a:spcBef>
              <a:spcAft>
                <a:spcPts val="0"/>
              </a:spcAft>
              <a:buClr>
                <a:schemeClr val="dk1"/>
              </a:buClr>
              <a:buSzPts val="1100"/>
              <a:buFont typeface="Arial"/>
              <a:buNone/>
            </a:pPr>
            <a:r>
              <a:t/>
            </a:r>
            <a:endParaRPr sz="2000">
              <a:solidFill>
                <a:schemeClr val="dk1"/>
              </a:solidFill>
              <a:latin typeface="DM Sans"/>
              <a:ea typeface="DM Sans"/>
              <a:cs typeface="DM Sans"/>
              <a:sym typeface="DM Sans"/>
            </a:endParaRPr>
          </a:p>
          <a:p>
            <a:pPr indent="0" lvl="0" marL="0" rtl="0" algn="ctr">
              <a:lnSpc>
                <a:spcPct val="76500"/>
              </a:lnSpc>
              <a:spcBef>
                <a:spcPts val="0"/>
              </a:spcBef>
              <a:spcAft>
                <a:spcPts val="0"/>
              </a:spcAft>
              <a:buClr>
                <a:srgbClr val="000000"/>
              </a:buClr>
              <a:buSzPts val="18600"/>
              <a:buFont typeface="League Gothic"/>
              <a:buNone/>
            </a:pPr>
            <a:r>
              <a:t/>
            </a:r>
            <a:endParaRPr sz="2000">
              <a:solidFill>
                <a:schemeClr val="dk1"/>
              </a:solidFill>
              <a:latin typeface="DM Sans"/>
              <a:ea typeface="DM Sans"/>
              <a:cs typeface="DM Sans"/>
              <a:sym typeface="DM Sans"/>
            </a:endParaRPr>
          </a:p>
          <a:p>
            <a:pPr indent="0" lvl="0" marL="0" marR="0" rtl="0" algn="ctr">
              <a:lnSpc>
                <a:spcPct val="76500"/>
              </a:lnSpc>
              <a:spcBef>
                <a:spcPts val="0"/>
              </a:spcBef>
              <a:spcAft>
                <a:spcPts val="0"/>
              </a:spcAft>
              <a:buClr>
                <a:srgbClr val="000000"/>
              </a:buClr>
              <a:buSzPts val="18600"/>
              <a:buFont typeface="League Gothic"/>
              <a:buNone/>
            </a:pPr>
            <a:r>
              <a:t/>
            </a:r>
            <a:endParaRPr sz="2000">
              <a:solidFill>
                <a:schemeClr val="dk1"/>
              </a:solidFill>
              <a:latin typeface="DM Sans"/>
              <a:ea typeface="DM Sans"/>
              <a:cs typeface="DM Sans"/>
              <a:sym typeface="DM Sans"/>
            </a:endParaRPr>
          </a:p>
        </p:txBody>
      </p:sp>
      <p:sp>
        <p:nvSpPr>
          <p:cNvPr id="73" name="Google Shape;73;p6"/>
          <p:cNvSpPr/>
          <p:nvPr/>
        </p:nvSpPr>
        <p:spPr>
          <a:xfrm>
            <a:off x="9420225" y="1733463"/>
            <a:ext cx="3711900" cy="2895000"/>
          </a:xfrm>
          <a:prstGeom prst="rect">
            <a:avLst/>
          </a:prstGeom>
          <a:noFill/>
          <a:ln>
            <a:noFill/>
          </a:ln>
        </p:spPr>
        <p:txBody>
          <a:bodyPr anchorCtr="0" anchor="t" bIns="0" lIns="0" spcFirstLastPara="1" rIns="0" wrap="square" tIns="0">
            <a:noAutofit/>
          </a:bodyPr>
          <a:lstStyle/>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IP development &amp; product creation</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Ownership &amp; monetization of IP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Joint ventures &amp; strategic partnerships</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Venture studio model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Creative tech prototypes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75000"/>
              </a:lnSpc>
              <a:spcBef>
                <a:spcPts val="0"/>
              </a:spcBef>
              <a:spcAft>
                <a:spcPts val="0"/>
              </a:spcAft>
              <a:buNone/>
            </a:pPr>
            <a:r>
              <a:rPr lang="en-US" sz="1550">
                <a:solidFill>
                  <a:schemeClr val="dk1"/>
                </a:solidFill>
                <a:latin typeface="DM Sans"/>
                <a:ea typeface="DM Sans"/>
                <a:cs typeface="DM Sans"/>
                <a:sym typeface="DM Sans"/>
              </a:rPr>
              <a:t>Product innovation &amp; incubation</a:t>
            </a:r>
            <a:endParaRPr sz="1550">
              <a:solidFill>
                <a:schemeClr val="dk1"/>
              </a:solidFill>
              <a:latin typeface="DM Sans"/>
              <a:ea typeface="DM Sans"/>
              <a:cs typeface="DM Sans"/>
              <a:sym typeface="DM Sans"/>
            </a:endParaRPr>
          </a:p>
          <a:p>
            <a:pPr indent="0" lvl="0" marL="0" marR="0" rtl="0" algn="l">
              <a:lnSpc>
                <a:spcPct val="76500"/>
              </a:lnSpc>
              <a:spcBef>
                <a:spcPts val="0"/>
              </a:spcBef>
              <a:spcAft>
                <a:spcPts val="0"/>
              </a:spcAft>
              <a:buClr>
                <a:srgbClr val="000000"/>
              </a:buClr>
              <a:buSzPts val="18600"/>
              <a:buFont typeface="League Gothic"/>
              <a:buNone/>
            </a:pPr>
            <a:r>
              <a:t/>
            </a:r>
            <a:endParaRPr sz="155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78" name="Shape 78"/>
        <p:cNvGrpSpPr/>
        <p:nvPr/>
      </p:nvGrpSpPr>
      <p:grpSpPr>
        <a:xfrm>
          <a:off x="0" y="0"/>
          <a:ext cx="0" cy="0"/>
          <a:chOff x="0" y="0"/>
          <a:chExt cx="0" cy="0"/>
        </a:xfrm>
      </p:grpSpPr>
      <p:sp>
        <p:nvSpPr>
          <p:cNvPr id="79" name="Google Shape;79;p7"/>
          <p:cNvSpPr/>
          <p:nvPr/>
        </p:nvSpPr>
        <p:spPr>
          <a:xfrm>
            <a:off x="14639950" y="4981575"/>
            <a:ext cx="3467100" cy="1447800"/>
          </a:xfrm>
          <a:prstGeom prst="roundRect">
            <a:avLst>
              <a:gd fmla="val 5393" name="adj"/>
            </a:avLst>
          </a:prstGeom>
          <a:solidFill>
            <a:srgbClr val="222E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7"/>
          <p:cNvSpPr/>
          <p:nvPr/>
        </p:nvSpPr>
        <p:spPr>
          <a:xfrm>
            <a:off x="14639950" y="6581788"/>
            <a:ext cx="3467100" cy="1447800"/>
          </a:xfrm>
          <a:prstGeom prst="roundRect">
            <a:avLst>
              <a:gd fmla="val 5393" name="adj"/>
            </a:avLst>
          </a:prstGeom>
          <a:solidFill>
            <a:srgbClr val="222E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7"/>
          <p:cNvSpPr/>
          <p:nvPr/>
        </p:nvSpPr>
        <p:spPr>
          <a:xfrm>
            <a:off x="11020438" y="4981575"/>
            <a:ext cx="3467100" cy="1447800"/>
          </a:xfrm>
          <a:prstGeom prst="roundRect">
            <a:avLst>
              <a:gd fmla="val 5393" name="adj"/>
            </a:avLst>
          </a:prstGeom>
          <a:solidFill>
            <a:srgbClr val="AFAF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7"/>
          <p:cNvSpPr/>
          <p:nvPr/>
        </p:nvSpPr>
        <p:spPr>
          <a:xfrm>
            <a:off x="11020438" y="6581788"/>
            <a:ext cx="3467100" cy="1447800"/>
          </a:xfrm>
          <a:prstGeom prst="roundRect">
            <a:avLst>
              <a:gd fmla="val 5393" name="adj"/>
            </a:avLst>
          </a:prstGeom>
          <a:solidFill>
            <a:srgbClr val="AFAF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7"/>
          <p:cNvSpPr/>
          <p:nvPr/>
        </p:nvSpPr>
        <p:spPr>
          <a:xfrm>
            <a:off x="11020438" y="8182013"/>
            <a:ext cx="3467100" cy="1447800"/>
          </a:xfrm>
          <a:prstGeom prst="roundRect">
            <a:avLst>
              <a:gd fmla="val 5393" name="adj"/>
            </a:avLst>
          </a:prstGeom>
          <a:solidFill>
            <a:srgbClr val="AFAF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7"/>
          <p:cNvSpPr/>
          <p:nvPr/>
        </p:nvSpPr>
        <p:spPr>
          <a:xfrm>
            <a:off x="7400950" y="4981575"/>
            <a:ext cx="3467100" cy="1447800"/>
          </a:xfrm>
          <a:prstGeom prst="roundRect">
            <a:avLst>
              <a:gd fmla="val 53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7"/>
          <p:cNvSpPr/>
          <p:nvPr/>
        </p:nvSpPr>
        <p:spPr>
          <a:xfrm>
            <a:off x="7400950" y="6581788"/>
            <a:ext cx="3467100" cy="1447800"/>
          </a:xfrm>
          <a:prstGeom prst="roundRect">
            <a:avLst>
              <a:gd fmla="val 53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7"/>
          <p:cNvSpPr/>
          <p:nvPr/>
        </p:nvSpPr>
        <p:spPr>
          <a:xfrm>
            <a:off x="7400950" y="8182013"/>
            <a:ext cx="3467100" cy="1447800"/>
          </a:xfrm>
          <a:prstGeom prst="roundRect">
            <a:avLst>
              <a:gd fmla="val 53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7"/>
          <p:cNvSpPr/>
          <p:nvPr/>
        </p:nvSpPr>
        <p:spPr>
          <a:xfrm>
            <a:off x="161975" y="4981575"/>
            <a:ext cx="3467100" cy="1447800"/>
          </a:xfrm>
          <a:prstGeom prst="roundRect">
            <a:avLst>
              <a:gd fmla="val 5393" name="adj"/>
            </a:avLst>
          </a:prstGeom>
          <a:solidFill>
            <a:srgbClr val="F6E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7"/>
          <p:cNvSpPr/>
          <p:nvPr/>
        </p:nvSpPr>
        <p:spPr>
          <a:xfrm>
            <a:off x="161975" y="6581788"/>
            <a:ext cx="3467100" cy="1447800"/>
          </a:xfrm>
          <a:prstGeom prst="roundRect">
            <a:avLst>
              <a:gd fmla="val 5393" name="adj"/>
            </a:avLst>
          </a:prstGeom>
          <a:solidFill>
            <a:srgbClr val="F6E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7"/>
          <p:cNvSpPr/>
          <p:nvPr/>
        </p:nvSpPr>
        <p:spPr>
          <a:xfrm>
            <a:off x="3781450" y="4981575"/>
            <a:ext cx="3467100" cy="1447800"/>
          </a:xfrm>
          <a:prstGeom prst="roundRect">
            <a:avLst>
              <a:gd fmla="val 5393" name="adj"/>
            </a:avLst>
          </a:prstGeom>
          <a:solidFill>
            <a:srgbClr val="E8FD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7"/>
          <p:cNvSpPr/>
          <p:nvPr/>
        </p:nvSpPr>
        <p:spPr>
          <a:xfrm>
            <a:off x="3781450" y="6581788"/>
            <a:ext cx="3467100" cy="1447800"/>
          </a:xfrm>
          <a:prstGeom prst="roundRect">
            <a:avLst>
              <a:gd fmla="val 5393" name="adj"/>
            </a:avLst>
          </a:prstGeom>
          <a:solidFill>
            <a:srgbClr val="E8FD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preencoded.png" id="91" name="Google Shape;91;p7"/>
          <p:cNvPicPr preferRelativeResize="0"/>
          <p:nvPr/>
        </p:nvPicPr>
        <p:blipFill rotWithShape="1">
          <a:blip r:embed="rId3">
            <a:alphaModFix/>
          </a:blip>
          <a:srcRect b="0" l="0" r="0" t="0"/>
          <a:stretch/>
        </p:blipFill>
        <p:spPr>
          <a:xfrm>
            <a:off x="152400" y="3581400"/>
            <a:ext cx="17983200" cy="18288"/>
          </a:xfrm>
          <a:prstGeom prst="rect">
            <a:avLst/>
          </a:prstGeom>
          <a:noFill/>
          <a:ln>
            <a:noFill/>
          </a:ln>
        </p:spPr>
      </p:pic>
      <p:pic>
        <p:nvPicPr>
          <p:cNvPr descr="preencoded.png" id="92" name="Google Shape;92;p7"/>
          <p:cNvPicPr preferRelativeResize="0"/>
          <p:nvPr/>
        </p:nvPicPr>
        <p:blipFill rotWithShape="1">
          <a:blip r:embed="rId4">
            <a:alphaModFix/>
          </a:blip>
          <a:srcRect b="0" l="0" r="0" t="0"/>
          <a:stretch/>
        </p:blipFill>
        <p:spPr>
          <a:xfrm>
            <a:off x="7410450" y="3048000"/>
            <a:ext cx="9525" cy="533400"/>
          </a:xfrm>
          <a:prstGeom prst="rect">
            <a:avLst/>
          </a:prstGeom>
          <a:noFill/>
          <a:ln>
            <a:noFill/>
          </a:ln>
        </p:spPr>
      </p:pic>
      <p:pic>
        <p:nvPicPr>
          <p:cNvPr descr="preencoded.png" id="93" name="Google Shape;93;p7"/>
          <p:cNvPicPr preferRelativeResize="0"/>
          <p:nvPr/>
        </p:nvPicPr>
        <p:blipFill rotWithShape="1">
          <a:blip r:embed="rId4">
            <a:alphaModFix/>
          </a:blip>
          <a:srcRect b="0" l="0" r="0" t="0"/>
          <a:stretch/>
        </p:blipFill>
        <p:spPr>
          <a:xfrm>
            <a:off x="10877550" y="3048000"/>
            <a:ext cx="9525" cy="533400"/>
          </a:xfrm>
          <a:prstGeom prst="rect">
            <a:avLst/>
          </a:prstGeom>
          <a:noFill/>
          <a:ln>
            <a:noFill/>
          </a:ln>
        </p:spPr>
      </p:pic>
      <p:pic>
        <p:nvPicPr>
          <p:cNvPr descr="preencoded.png" id="94" name="Google Shape;94;p7"/>
          <p:cNvPicPr preferRelativeResize="0"/>
          <p:nvPr/>
        </p:nvPicPr>
        <p:blipFill rotWithShape="1">
          <a:blip r:embed="rId5">
            <a:alphaModFix/>
          </a:blip>
          <a:srcRect b="0" l="0" r="0" t="0"/>
          <a:stretch/>
        </p:blipFill>
        <p:spPr>
          <a:xfrm>
            <a:off x="152400" y="652463"/>
            <a:ext cx="17983197" cy="18288"/>
          </a:xfrm>
          <a:prstGeom prst="rect">
            <a:avLst/>
          </a:prstGeom>
          <a:noFill/>
          <a:ln>
            <a:noFill/>
          </a:ln>
        </p:spPr>
      </p:pic>
      <p:pic>
        <p:nvPicPr>
          <p:cNvPr descr="preencoded.png" id="95" name="Google Shape;95;p7"/>
          <p:cNvPicPr preferRelativeResize="0"/>
          <p:nvPr/>
        </p:nvPicPr>
        <p:blipFill rotWithShape="1">
          <a:blip r:embed="rId5">
            <a:alphaModFix/>
          </a:blip>
          <a:srcRect b="0" l="0" r="0" t="0"/>
          <a:stretch/>
        </p:blipFill>
        <p:spPr>
          <a:xfrm>
            <a:off x="152400" y="3043238"/>
            <a:ext cx="17983197" cy="18288"/>
          </a:xfrm>
          <a:prstGeom prst="rect">
            <a:avLst/>
          </a:prstGeom>
          <a:noFill/>
          <a:ln>
            <a:noFill/>
          </a:ln>
        </p:spPr>
      </p:pic>
      <p:sp>
        <p:nvSpPr>
          <p:cNvPr id="96" name="Google Shape;96;p7"/>
          <p:cNvSpPr/>
          <p:nvPr/>
        </p:nvSpPr>
        <p:spPr>
          <a:xfrm>
            <a:off x="152400" y="904875"/>
            <a:ext cx="8982000" cy="8955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rPr lang="en-US" sz="7800">
                <a:latin typeface="League Gothic"/>
                <a:ea typeface="League Gothic"/>
                <a:cs typeface="League Gothic"/>
                <a:sym typeface="League Gothic"/>
              </a:rPr>
              <a:t>Detailed Deliverables</a:t>
            </a:r>
            <a:endParaRPr b="0" i="0" sz="7800" u="none" cap="none" strike="noStrike">
              <a:solidFill>
                <a:schemeClr val="dk1"/>
              </a:solidFill>
              <a:latin typeface="Calibri"/>
              <a:ea typeface="Calibri"/>
              <a:cs typeface="Calibri"/>
              <a:sym typeface="Calibri"/>
            </a:endParaRPr>
          </a:p>
        </p:txBody>
      </p:sp>
      <p:sp>
        <p:nvSpPr>
          <p:cNvPr id="97" name="Google Shape;97;p7"/>
          <p:cNvSpPr/>
          <p:nvPr/>
        </p:nvSpPr>
        <p:spPr>
          <a:xfrm>
            <a:off x="11506200" y="1133475"/>
            <a:ext cx="6677100" cy="1543200"/>
          </a:xfrm>
          <a:prstGeom prst="rect">
            <a:avLst/>
          </a:prstGeom>
          <a:noFill/>
          <a:ln>
            <a:noFill/>
          </a:ln>
        </p:spPr>
        <p:txBody>
          <a:bodyPr anchorCtr="0" anchor="b"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0" i="0" lang="en-US" sz="1575" u="none" cap="none" strike="noStrike">
                <a:solidFill>
                  <a:srgbClr val="000000"/>
                </a:solidFill>
                <a:latin typeface="DM Sans"/>
                <a:ea typeface="DM Sans"/>
                <a:cs typeface="DM Sans"/>
                <a:sym typeface="DM Sans"/>
              </a:rPr>
              <a:t>Morem ipsum dolor sit amet, consectetur adipiscing elit. Nunc vulputate libero et velit interdum, ac aliquet odio mattis. Class aptent taciti sociosqu ad litora torquent per conubia nostra, per inceptos himenaeos. Morem ipsum dolor sit amet, consectetur adipiscing elit. Nunc vulputate libero et velit interdum, ac aliquet odio mattis. Class aptent taciti sociosqu ad litora torquent per conubia nostra, per inceptos himenaeos.</a:t>
            </a:r>
            <a:endParaRPr b="0" i="0" sz="1575" u="none" cap="none" strike="noStrike">
              <a:solidFill>
                <a:schemeClr val="dk1"/>
              </a:solidFill>
              <a:latin typeface="Calibri"/>
              <a:ea typeface="Calibri"/>
              <a:cs typeface="Calibri"/>
              <a:sym typeface="Calibri"/>
            </a:endParaRPr>
          </a:p>
        </p:txBody>
      </p:sp>
      <p:sp>
        <p:nvSpPr>
          <p:cNvPr id="98" name="Google Shape;98;p7"/>
          <p:cNvSpPr/>
          <p:nvPr/>
        </p:nvSpPr>
        <p:spPr>
          <a:xfrm>
            <a:off x="2528888" y="3171825"/>
            <a:ext cx="24288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STRATEGY &amp; IDEATION</a:t>
            </a:r>
            <a:endParaRPr b="0" i="0" sz="3000" u="none" cap="none" strike="noStrike">
              <a:solidFill>
                <a:schemeClr val="dk1"/>
              </a:solidFill>
              <a:latin typeface="Calibri"/>
              <a:ea typeface="Calibri"/>
              <a:cs typeface="Calibri"/>
              <a:sym typeface="Calibri"/>
            </a:endParaRPr>
          </a:p>
        </p:txBody>
      </p:sp>
      <p:sp>
        <p:nvSpPr>
          <p:cNvPr id="99" name="Google Shape;99;p7"/>
          <p:cNvSpPr/>
          <p:nvPr/>
        </p:nvSpPr>
        <p:spPr>
          <a:xfrm>
            <a:off x="1400175" y="3705225"/>
            <a:ext cx="11049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DISCOVER</a:t>
            </a:r>
            <a:endParaRPr b="0" i="0" sz="3000" u="none" cap="none" strike="noStrike">
              <a:solidFill>
                <a:schemeClr val="dk1"/>
              </a:solidFill>
              <a:latin typeface="Calibri"/>
              <a:ea typeface="Calibri"/>
              <a:cs typeface="Calibri"/>
              <a:sym typeface="Calibri"/>
            </a:endParaRPr>
          </a:p>
        </p:txBody>
      </p:sp>
      <p:sp>
        <p:nvSpPr>
          <p:cNvPr id="100" name="Google Shape;100;p7"/>
          <p:cNvSpPr/>
          <p:nvPr/>
        </p:nvSpPr>
        <p:spPr>
          <a:xfrm>
            <a:off x="5100638" y="3705225"/>
            <a:ext cx="8097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DEFINE</a:t>
            </a:r>
            <a:endParaRPr b="0" i="0" sz="3000" u="none" cap="none" strike="noStrike">
              <a:solidFill>
                <a:schemeClr val="dk1"/>
              </a:solidFill>
              <a:latin typeface="Calibri"/>
              <a:ea typeface="Calibri"/>
              <a:cs typeface="Calibri"/>
              <a:sym typeface="Calibri"/>
            </a:endParaRPr>
          </a:p>
        </p:txBody>
      </p:sp>
      <p:sp>
        <p:nvSpPr>
          <p:cNvPr id="101" name="Google Shape;101;p7"/>
          <p:cNvSpPr/>
          <p:nvPr/>
        </p:nvSpPr>
        <p:spPr>
          <a:xfrm>
            <a:off x="9991725" y="3705225"/>
            <a:ext cx="20766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DESIGN &amp; DEVELOP</a:t>
            </a:r>
            <a:endParaRPr b="0" i="0" sz="3000" u="none" cap="none" strike="noStrike">
              <a:solidFill>
                <a:schemeClr val="dk1"/>
              </a:solidFill>
              <a:latin typeface="Calibri"/>
              <a:ea typeface="Calibri"/>
              <a:cs typeface="Calibri"/>
              <a:sym typeface="Calibri"/>
            </a:endParaRPr>
          </a:p>
        </p:txBody>
      </p:sp>
      <p:sp>
        <p:nvSpPr>
          <p:cNvPr id="102" name="Google Shape;102;p7"/>
          <p:cNvSpPr/>
          <p:nvPr/>
        </p:nvSpPr>
        <p:spPr>
          <a:xfrm>
            <a:off x="15997238" y="3705225"/>
            <a:ext cx="9336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DELIVER</a:t>
            </a:r>
            <a:endParaRPr b="0" i="0" sz="3000" u="none" cap="none" strike="noStrike">
              <a:solidFill>
                <a:schemeClr val="dk1"/>
              </a:solidFill>
              <a:latin typeface="Calibri"/>
              <a:ea typeface="Calibri"/>
              <a:cs typeface="Calibri"/>
              <a:sym typeface="Calibri"/>
            </a:endParaRPr>
          </a:p>
        </p:txBody>
      </p:sp>
      <p:sp>
        <p:nvSpPr>
          <p:cNvPr id="103" name="Google Shape;103;p7"/>
          <p:cNvSpPr/>
          <p:nvPr/>
        </p:nvSpPr>
        <p:spPr>
          <a:xfrm>
            <a:off x="7896225" y="3171825"/>
            <a:ext cx="25719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AGILE PRODUCT DESIGN</a:t>
            </a:r>
            <a:endParaRPr b="0" i="0" sz="3000" u="none" cap="none" strike="noStrike">
              <a:solidFill>
                <a:schemeClr val="dk1"/>
              </a:solidFill>
              <a:latin typeface="Calibri"/>
              <a:ea typeface="Calibri"/>
              <a:cs typeface="Calibri"/>
              <a:sym typeface="Calibri"/>
            </a:endParaRPr>
          </a:p>
        </p:txBody>
      </p:sp>
      <p:sp>
        <p:nvSpPr>
          <p:cNvPr id="104" name="Google Shape;104;p7"/>
          <p:cNvSpPr/>
          <p:nvPr/>
        </p:nvSpPr>
        <p:spPr>
          <a:xfrm>
            <a:off x="12082463" y="3171825"/>
            <a:ext cx="5153100" cy="304800"/>
          </a:xfrm>
          <a:prstGeom prst="rect">
            <a:avLst/>
          </a:prstGeom>
          <a:noFill/>
          <a:ln>
            <a:noFill/>
          </a:ln>
        </p:spPr>
        <p:txBody>
          <a:bodyPr anchorCtr="0" anchor="t" bIns="0" lIns="0" spcFirstLastPara="1" rIns="0" wrap="square" tIns="0">
            <a:noAutofit/>
          </a:bodyPr>
          <a:lstStyle/>
          <a:p>
            <a:pPr indent="0" lvl="0" marL="0" marR="0" rtl="0" algn="l">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AGILE DEVELOPMENT, LAUNCH &amp; OPTIMIZATION</a:t>
            </a:r>
            <a:endParaRPr b="0" i="0" sz="3000" u="none" cap="none" strike="noStrike">
              <a:solidFill>
                <a:schemeClr val="dk1"/>
              </a:solidFill>
              <a:latin typeface="Calibri"/>
              <a:ea typeface="Calibri"/>
              <a:cs typeface="Calibri"/>
              <a:sym typeface="Calibri"/>
            </a:endParaRPr>
          </a:p>
        </p:txBody>
      </p:sp>
      <p:sp>
        <p:nvSpPr>
          <p:cNvPr id="105" name="Google Shape;105;p7"/>
          <p:cNvSpPr/>
          <p:nvPr/>
        </p:nvSpPr>
        <p:spPr>
          <a:xfrm>
            <a:off x="285750" y="55578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6" name="Google Shape;106;p7"/>
          <p:cNvSpPr/>
          <p:nvPr/>
        </p:nvSpPr>
        <p:spPr>
          <a:xfrm>
            <a:off x="590550" y="5557850"/>
            <a:ext cx="7083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Audit</a:t>
            </a:r>
            <a:endParaRPr b="0" i="0" sz="1800" u="none" cap="none" strike="noStrike">
              <a:solidFill>
                <a:schemeClr val="dk1"/>
              </a:solidFill>
              <a:latin typeface="Calibri"/>
              <a:ea typeface="Calibri"/>
              <a:cs typeface="Calibri"/>
              <a:sym typeface="Calibri"/>
            </a:endParaRPr>
          </a:p>
        </p:txBody>
      </p:sp>
      <p:sp>
        <p:nvSpPr>
          <p:cNvPr id="107" name="Google Shape;107;p7"/>
          <p:cNvSpPr/>
          <p:nvPr/>
        </p:nvSpPr>
        <p:spPr>
          <a:xfrm>
            <a:off x="3905250" y="55578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8" name="Google Shape;108;p7"/>
          <p:cNvSpPr/>
          <p:nvPr/>
        </p:nvSpPr>
        <p:spPr>
          <a:xfrm>
            <a:off x="4210050" y="5557850"/>
            <a:ext cx="7848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Ideate</a:t>
            </a:r>
            <a:endParaRPr b="0" i="0" sz="1800" u="none" cap="none" strike="noStrike">
              <a:solidFill>
                <a:schemeClr val="dk1"/>
              </a:solidFill>
              <a:latin typeface="Calibri"/>
              <a:ea typeface="Calibri"/>
              <a:cs typeface="Calibri"/>
              <a:sym typeface="Calibri"/>
            </a:endParaRPr>
          </a:p>
        </p:txBody>
      </p:sp>
      <p:sp>
        <p:nvSpPr>
          <p:cNvPr id="109" name="Google Shape;109;p7"/>
          <p:cNvSpPr/>
          <p:nvPr/>
        </p:nvSpPr>
        <p:spPr>
          <a:xfrm>
            <a:off x="7524750" y="55578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0" name="Google Shape;110;p7"/>
          <p:cNvSpPr/>
          <p:nvPr/>
        </p:nvSpPr>
        <p:spPr>
          <a:xfrm>
            <a:off x="7829550" y="5557850"/>
            <a:ext cx="9114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Audit</a:t>
            </a:r>
            <a:endParaRPr b="0" i="0" sz="1800" u="none" cap="none" strike="noStrike">
              <a:solidFill>
                <a:schemeClr val="dk1"/>
              </a:solidFill>
              <a:latin typeface="Calibri"/>
              <a:ea typeface="Calibri"/>
              <a:cs typeface="Calibri"/>
              <a:sym typeface="Calibri"/>
            </a:endParaRPr>
          </a:p>
        </p:txBody>
      </p:sp>
      <p:sp>
        <p:nvSpPr>
          <p:cNvPr id="111" name="Google Shape;111;p7"/>
          <p:cNvSpPr/>
          <p:nvPr/>
        </p:nvSpPr>
        <p:spPr>
          <a:xfrm>
            <a:off x="11144250" y="55578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2" name="Google Shape;112;p7"/>
          <p:cNvSpPr/>
          <p:nvPr/>
        </p:nvSpPr>
        <p:spPr>
          <a:xfrm>
            <a:off x="11449050" y="5557850"/>
            <a:ext cx="8160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Audit</a:t>
            </a:r>
            <a:endParaRPr b="0" i="0" sz="1800" u="none" cap="none" strike="noStrike">
              <a:solidFill>
                <a:schemeClr val="dk1"/>
              </a:solidFill>
              <a:latin typeface="Calibri"/>
              <a:ea typeface="Calibri"/>
              <a:cs typeface="Calibri"/>
              <a:sym typeface="Calibri"/>
            </a:endParaRPr>
          </a:p>
        </p:txBody>
      </p:sp>
      <p:sp>
        <p:nvSpPr>
          <p:cNvPr id="113" name="Google Shape;113;p7"/>
          <p:cNvSpPr/>
          <p:nvPr/>
        </p:nvSpPr>
        <p:spPr>
          <a:xfrm>
            <a:off x="14763750" y="55578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4" name="Google Shape;114;p7"/>
          <p:cNvSpPr/>
          <p:nvPr/>
        </p:nvSpPr>
        <p:spPr>
          <a:xfrm>
            <a:off x="15068550" y="5557850"/>
            <a:ext cx="7083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FFFFFF"/>
              </a:buClr>
              <a:buSzPts val="1800"/>
              <a:buFont typeface="DM Sans"/>
              <a:buNone/>
            </a:pPr>
            <a:r>
              <a:rPr b="1" i="0" lang="en-US" sz="1800" u="none" cap="none" strike="noStrike">
                <a:solidFill>
                  <a:srgbClr val="FFFFFF"/>
                </a:solidFill>
                <a:latin typeface="DM Sans"/>
                <a:ea typeface="DM Sans"/>
                <a:cs typeface="DM Sans"/>
                <a:sym typeface="DM Sans"/>
              </a:rPr>
              <a:t>Audit</a:t>
            </a:r>
            <a:endParaRPr b="0" i="0" sz="1800" u="none" cap="none" strike="noStrike">
              <a:solidFill>
                <a:schemeClr val="dk1"/>
              </a:solidFill>
              <a:latin typeface="Calibri"/>
              <a:ea typeface="Calibri"/>
              <a:cs typeface="Calibri"/>
              <a:sym typeface="Calibri"/>
            </a:endParaRPr>
          </a:p>
        </p:txBody>
      </p:sp>
      <p:sp>
        <p:nvSpPr>
          <p:cNvPr id="115" name="Google Shape;115;p7"/>
          <p:cNvSpPr/>
          <p:nvPr/>
        </p:nvSpPr>
        <p:spPr>
          <a:xfrm>
            <a:off x="285750" y="71580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6" name="Google Shape;116;p7"/>
          <p:cNvSpPr/>
          <p:nvPr/>
        </p:nvSpPr>
        <p:spPr>
          <a:xfrm>
            <a:off x="590550" y="7158050"/>
            <a:ext cx="11049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Interpret</a:t>
            </a:r>
            <a:endParaRPr b="0" i="0" sz="1800" u="none" cap="none" strike="noStrike">
              <a:solidFill>
                <a:schemeClr val="dk1"/>
              </a:solidFill>
              <a:latin typeface="Calibri"/>
              <a:ea typeface="Calibri"/>
              <a:cs typeface="Calibri"/>
              <a:sym typeface="Calibri"/>
            </a:endParaRPr>
          </a:p>
        </p:txBody>
      </p:sp>
      <p:sp>
        <p:nvSpPr>
          <p:cNvPr id="117" name="Google Shape;117;p7"/>
          <p:cNvSpPr/>
          <p:nvPr/>
        </p:nvSpPr>
        <p:spPr>
          <a:xfrm>
            <a:off x="3905250" y="71580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4210050" y="7158050"/>
            <a:ext cx="9810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Validate</a:t>
            </a:r>
            <a:endParaRPr b="0" i="0" sz="1800" u="none" cap="none" strike="noStrike">
              <a:solidFill>
                <a:schemeClr val="dk1"/>
              </a:solidFill>
              <a:latin typeface="Calibri"/>
              <a:ea typeface="Calibri"/>
              <a:cs typeface="Calibri"/>
              <a:sym typeface="Calibri"/>
            </a:endParaRPr>
          </a:p>
        </p:txBody>
      </p:sp>
      <p:sp>
        <p:nvSpPr>
          <p:cNvPr id="119" name="Google Shape;119;p7"/>
          <p:cNvSpPr/>
          <p:nvPr/>
        </p:nvSpPr>
        <p:spPr>
          <a:xfrm>
            <a:off x="7524750" y="71580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0" name="Google Shape;120;p7"/>
          <p:cNvSpPr/>
          <p:nvPr/>
        </p:nvSpPr>
        <p:spPr>
          <a:xfrm>
            <a:off x="7829550" y="7158050"/>
            <a:ext cx="14217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Interpret</a:t>
            </a:r>
            <a:endParaRPr b="0" i="0" sz="1800" u="none" cap="none" strike="noStrike">
              <a:solidFill>
                <a:schemeClr val="dk1"/>
              </a:solidFill>
              <a:latin typeface="Calibri"/>
              <a:ea typeface="Calibri"/>
              <a:cs typeface="Calibri"/>
              <a:sym typeface="Calibri"/>
            </a:endParaRPr>
          </a:p>
        </p:txBody>
      </p:sp>
      <p:sp>
        <p:nvSpPr>
          <p:cNvPr id="121" name="Google Shape;121;p7"/>
          <p:cNvSpPr/>
          <p:nvPr/>
        </p:nvSpPr>
        <p:spPr>
          <a:xfrm>
            <a:off x="7524750" y="87582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2" name="Google Shape;122;p7"/>
          <p:cNvSpPr/>
          <p:nvPr/>
        </p:nvSpPr>
        <p:spPr>
          <a:xfrm>
            <a:off x="7829550" y="8758250"/>
            <a:ext cx="14217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Interpret</a:t>
            </a:r>
            <a:endParaRPr b="0" i="0" sz="1800" u="none" cap="none" strike="noStrike">
              <a:solidFill>
                <a:schemeClr val="dk1"/>
              </a:solidFill>
              <a:latin typeface="Calibri"/>
              <a:ea typeface="Calibri"/>
              <a:cs typeface="Calibri"/>
              <a:sym typeface="Calibri"/>
            </a:endParaRPr>
          </a:p>
        </p:txBody>
      </p:sp>
      <p:sp>
        <p:nvSpPr>
          <p:cNvPr id="123" name="Google Shape;123;p7"/>
          <p:cNvSpPr/>
          <p:nvPr/>
        </p:nvSpPr>
        <p:spPr>
          <a:xfrm>
            <a:off x="11144250" y="71580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4" name="Google Shape;124;p7"/>
          <p:cNvSpPr/>
          <p:nvPr/>
        </p:nvSpPr>
        <p:spPr>
          <a:xfrm>
            <a:off x="11449050" y="7158050"/>
            <a:ext cx="12729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Interpret</a:t>
            </a:r>
            <a:endParaRPr b="0" i="0" sz="1800" u="none" cap="none" strike="noStrike">
              <a:solidFill>
                <a:schemeClr val="dk1"/>
              </a:solidFill>
              <a:latin typeface="Calibri"/>
              <a:ea typeface="Calibri"/>
              <a:cs typeface="Calibri"/>
              <a:sym typeface="Calibri"/>
            </a:endParaRPr>
          </a:p>
        </p:txBody>
      </p:sp>
      <p:sp>
        <p:nvSpPr>
          <p:cNvPr id="125" name="Google Shape;125;p7"/>
          <p:cNvSpPr/>
          <p:nvPr/>
        </p:nvSpPr>
        <p:spPr>
          <a:xfrm>
            <a:off x="11144250" y="87582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6" name="Google Shape;126;p7"/>
          <p:cNvSpPr/>
          <p:nvPr/>
        </p:nvSpPr>
        <p:spPr>
          <a:xfrm>
            <a:off x="11449050" y="8758250"/>
            <a:ext cx="12729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000000"/>
              </a:buClr>
              <a:buSzPts val="1800"/>
              <a:buFont typeface="DM Sans"/>
              <a:buNone/>
            </a:pPr>
            <a:r>
              <a:rPr b="1" i="0" lang="en-US" sz="1800" u="none" cap="none" strike="noStrike">
                <a:solidFill>
                  <a:srgbClr val="000000"/>
                </a:solidFill>
                <a:latin typeface="DM Sans"/>
                <a:ea typeface="DM Sans"/>
                <a:cs typeface="DM Sans"/>
                <a:sym typeface="DM Sans"/>
              </a:rPr>
              <a:t>Interpret</a:t>
            </a:r>
            <a:endParaRPr b="0" i="0" sz="1800" u="none" cap="none" strike="noStrike">
              <a:solidFill>
                <a:schemeClr val="dk1"/>
              </a:solidFill>
              <a:latin typeface="Calibri"/>
              <a:ea typeface="Calibri"/>
              <a:cs typeface="Calibri"/>
              <a:sym typeface="Calibri"/>
            </a:endParaRPr>
          </a:p>
        </p:txBody>
      </p:sp>
      <p:sp>
        <p:nvSpPr>
          <p:cNvPr id="127" name="Google Shape;127;p7"/>
          <p:cNvSpPr/>
          <p:nvPr/>
        </p:nvSpPr>
        <p:spPr>
          <a:xfrm>
            <a:off x="14763750" y="7158038"/>
            <a:ext cx="285900" cy="29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28" name="Google Shape;128;p7"/>
          <p:cNvSpPr/>
          <p:nvPr/>
        </p:nvSpPr>
        <p:spPr>
          <a:xfrm>
            <a:off x="15068550" y="7158050"/>
            <a:ext cx="1104900" cy="295200"/>
          </a:xfrm>
          <a:prstGeom prst="rect">
            <a:avLst/>
          </a:prstGeom>
          <a:noFill/>
          <a:ln>
            <a:noFill/>
          </a:ln>
        </p:spPr>
        <p:txBody>
          <a:bodyPr anchorCtr="0" anchor="t" bIns="0" lIns="0" spcFirstLastPara="1" rIns="0" wrap="square" tIns="0">
            <a:noAutofit/>
          </a:bodyPr>
          <a:lstStyle/>
          <a:p>
            <a:pPr indent="0" lvl="0" marL="0" marR="0" rtl="0" algn="l">
              <a:lnSpc>
                <a:spcPct val="110500"/>
              </a:lnSpc>
              <a:spcBef>
                <a:spcPts val="0"/>
              </a:spcBef>
              <a:spcAft>
                <a:spcPts val="0"/>
              </a:spcAft>
              <a:buClr>
                <a:srgbClr val="FFFFFF"/>
              </a:buClr>
              <a:buSzPts val="1800"/>
              <a:buFont typeface="DM Sans"/>
              <a:buNone/>
            </a:pPr>
            <a:r>
              <a:rPr b="1" i="0" lang="en-US" sz="1800" u="none" cap="none" strike="noStrike">
                <a:solidFill>
                  <a:srgbClr val="FFFFFF"/>
                </a:solidFill>
                <a:latin typeface="DM Sans"/>
                <a:ea typeface="DM Sans"/>
                <a:cs typeface="DM Sans"/>
                <a:sym typeface="DM Sans"/>
              </a:rPr>
              <a:t>Interpret</a:t>
            </a:r>
            <a:endParaRPr b="0" i="0" sz="1800" u="none" cap="none" strike="noStrike">
              <a:solidFill>
                <a:schemeClr val="dk1"/>
              </a:solidFill>
              <a:latin typeface="Calibri"/>
              <a:ea typeface="Calibri"/>
              <a:cs typeface="Calibri"/>
              <a:sym typeface="Calibri"/>
            </a:endParaRPr>
          </a:p>
        </p:txBody>
      </p:sp>
      <p:sp>
        <p:nvSpPr>
          <p:cNvPr id="129" name="Google Shape;129;p7"/>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130" name="Google Shape;130;p7"/>
          <p:cNvSpPr/>
          <p:nvPr/>
        </p:nvSpPr>
        <p:spPr>
          <a:xfrm>
            <a:off x="17176400" y="152400"/>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b="0" i="0" lang="en-US" sz="900" u="none" cap="none" strike="noStrike">
                <a:solidFill>
                  <a:srgbClr val="000000"/>
                </a:solidFill>
                <a:latin typeface="DM Mono"/>
                <a:ea typeface="DM Mono"/>
                <a:cs typeface="DM Mono"/>
                <a:sym typeface="DM Mono"/>
              </a:rPr>
              <a:t>PRESENTATION</a:t>
            </a:r>
            <a:br>
              <a:rPr b="0" i="0" lang="en-US" sz="900" u="none" cap="none" strike="noStrike">
                <a:solidFill>
                  <a:srgbClr val="000000"/>
                </a:solidFill>
                <a:latin typeface="DM Mono"/>
                <a:ea typeface="DM Mono"/>
                <a:cs typeface="DM Mono"/>
                <a:sym typeface="DM Mono"/>
              </a:rPr>
            </a:br>
            <a:endParaRPr b="0" i="0" sz="900" u="none" cap="none" strike="noStrike">
              <a:solidFill>
                <a:schemeClr val="dk1"/>
              </a:solidFill>
              <a:latin typeface="Calibri"/>
              <a:ea typeface="Calibri"/>
              <a:cs typeface="Calibri"/>
              <a:sym typeface="Calibri"/>
            </a:endParaRPr>
          </a:p>
        </p:txBody>
      </p:sp>
      <p:sp>
        <p:nvSpPr>
          <p:cNvPr id="131" name="Google Shape;131;p7"/>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132" name="Google Shape;132;p7"/>
          <p:cNvPicPr preferRelativeResize="0"/>
          <p:nvPr/>
        </p:nvPicPr>
        <p:blipFill>
          <a:blip r:embed="rId6">
            <a:alphaModFix/>
          </a:blip>
          <a:stretch>
            <a:fillRect/>
          </a:stretch>
        </p:blipFill>
        <p:spPr>
          <a:xfrm>
            <a:off x="152400" y="152400"/>
            <a:ext cx="751612" cy="3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137" name="Shape 137"/>
        <p:cNvGrpSpPr/>
        <p:nvPr/>
      </p:nvGrpSpPr>
      <p:grpSpPr>
        <a:xfrm>
          <a:off x="0" y="0"/>
          <a:ext cx="0" cy="0"/>
          <a:chOff x="0" y="0"/>
          <a:chExt cx="0" cy="0"/>
        </a:xfrm>
      </p:grpSpPr>
      <p:pic>
        <p:nvPicPr>
          <p:cNvPr descr="preencoded.png" id="138" name="Google Shape;138;p8"/>
          <p:cNvPicPr preferRelativeResize="0"/>
          <p:nvPr/>
        </p:nvPicPr>
        <p:blipFill rotWithShape="1">
          <a:blip r:embed="rId3">
            <a:alphaModFix/>
          </a:blip>
          <a:srcRect b="0" l="0" r="0" t="0"/>
          <a:stretch/>
        </p:blipFill>
        <p:spPr>
          <a:xfrm>
            <a:off x="152400" y="652463"/>
            <a:ext cx="17983197" cy="18288"/>
          </a:xfrm>
          <a:prstGeom prst="rect">
            <a:avLst/>
          </a:prstGeom>
          <a:noFill/>
          <a:ln>
            <a:noFill/>
          </a:ln>
        </p:spPr>
      </p:pic>
      <p:sp>
        <p:nvSpPr>
          <p:cNvPr id="139" name="Google Shape;139;p8"/>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140" name="Google Shape;140;p8"/>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141" name="Google Shape;141;p8"/>
          <p:cNvPicPr preferRelativeResize="0"/>
          <p:nvPr/>
        </p:nvPicPr>
        <p:blipFill>
          <a:blip r:embed="rId4">
            <a:alphaModFix/>
          </a:blip>
          <a:stretch>
            <a:fillRect/>
          </a:stretch>
        </p:blipFill>
        <p:spPr>
          <a:xfrm>
            <a:off x="152400" y="152400"/>
            <a:ext cx="751612" cy="357200"/>
          </a:xfrm>
          <a:prstGeom prst="rect">
            <a:avLst/>
          </a:prstGeom>
          <a:noFill/>
          <a:ln>
            <a:noFill/>
          </a:ln>
        </p:spPr>
      </p:pic>
      <p:sp>
        <p:nvSpPr>
          <p:cNvPr id="142" name="Google Shape;142;p8"/>
          <p:cNvSpPr/>
          <p:nvPr/>
        </p:nvSpPr>
        <p:spPr>
          <a:xfrm>
            <a:off x="16237150" y="152400"/>
            <a:ext cx="1898400" cy="126300"/>
          </a:xfrm>
          <a:prstGeom prst="rect">
            <a:avLst/>
          </a:prstGeom>
          <a:noFill/>
          <a:ln>
            <a:noFill/>
          </a:ln>
        </p:spPr>
        <p:txBody>
          <a:bodyPr anchorCtr="0" anchor="t" bIns="0" lIns="0" spcFirstLastPara="1" rIns="0" wrap="square" tIns="0">
            <a:noAutofit/>
          </a:bodyPr>
          <a:lstStyle/>
          <a:p>
            <a:pPr indent="0" lvl="0" marL="0" rtl="0" algn="r">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indent="0" lvl="0" marL="0" marR="0" rtl="0" algn="r">
              <a:lnSpc>
                <a:spcPct val="119000"/>
              </a:lnSpc>
              <a:spcBef>
                <a:spcPts val="0"/>
              </a:spcBef>
              <a:spcAft>
                <a:spcPts val="0"/>
              </a:spcAft>
              <a:buClr>
                <a:srgbClr val="000000"/>
              </a:buClr>
              <a:buSzPts val="900"/>
              <a:buFont typeface="DM Mono"/>
              <a:buNone/>
            </a:pPr>
            <a:r>
              <a:t/>
            </a:r>
            <a:endParaRPr sz="900">
              <a:latin typeface="DM Mono"/>
              <a:ea typeface="DM Mono"/>
              <a:cs typeface="DM Mono"/>
              <a:sym typeface="DM Mono"/>
            </a:endParaRPr>
          </a:p>
        </p:txBody>
      </p:sp>
      <p:sp>
        <p:nvSpPr>
          <p:cNvPr id="143" name="Google Shape;143;p8"/>
          <p:cNvSpPr/>
          <p:nvPr/>
        </p:nvSpPr>
        <p:spPr>
          <a:xfrm>
            <a:off x="152400" y="2245200"/>
            <a:ext cx="15358800" cy="7356000"/>
          </a:xfrm>
          <a:prstGeom prst="rect">
            <a:avLst/>
          </a:prstGeom>
          <a:noFill/>
          <a:ln>
            <a:noFill/>
          </a:ln>
        </p:spPr>
        <p:txBody>
          <a:bodyPr anchorCtr="0" anchor="b" bIns="0" lIns="0" spcFirstLastPara="1" rIns="0" wrap="square" tIns="0">
            <a:noAutofit/>
          </a:bodyPr>
          <a:lstStyle/>
          <a:p>
            <a:pPr indent="-381000" lvl="0" marL="457200" rtl="0" algn="l">
              <a:lnSpc>
                <a:spcPct val="115000"/>
              </a:lnSpc>
              <a:spcBef>
                <a:spcPts val="1200"/>
              </a:spcBef>
              <a:spcAft>
                <a:spcPts val="0"/>
              </a:spcAft>
              <a:buClr>
                <a:schemeClr val="dk1"/>
              </a:buClr>
              <a:buSzPts val="2400"/>
              <a:buFont typeface="DM Sans"/>
              <a:buChar char="●"/>
            </a:pPr>
            <a:r>
              <a:t/>
            </a:r>
            <a:endParaRPr sz="2400">
              <a:solidFill>
                <a:schemeClr val="dk1"/>
              </a:solidFill>
              <a:latin typeface="DM Sans"/>
              <a:ea typeface="DM Sans"/>
              <a:cs typeface="DM Sans"/>
              <a:sym typeface="DM Sans"/>
            </a:endParaRPr>
          </a:p>
        </p:txBody>
      </p:sp>
      <p:sp>
        <p:nvSpPr>
          <p:cNvPr id="144" name="Google Shape;144;p8"/>
          <p:cNvSpPr/>
          <p:nvPr/>
        </p:nvSpPr>
        <p:spPr>
          <a:xfrm>
            <a:off x="152400" y="904875"/>
            <a:ext cx="12098700" cy="8955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rPr lang="en-US" sz="7800">
                <a:latin typeface="League Gothic"/>
                <a:ea typeface="League Gothic"/>
                <a:cs typeface="League Gothic"/>
                <a:sym typeface="League Gothic"/>
              </a:rPr>
              <a:t>Project Milestones</a:t>
            </a:r>
            <a:endParaRPr b="0" i="0" sz="7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149" name="Shape 149"/>
        <p:cNvGrpSpPr/>
        <p:nvPr/>
      </p:nvGrpSpPr>
      <p:grpSpPr>
        <a:xfrm>
          <a:off x="0" y="0"/>
          <a:ext cx="0" cy="0"/>
          <a:chOff x="0" y="0"/>
          <a:chExt cx="0" cy="0"/>
        </a:xfrm>
      </p:grpSpPr>
      <p:pic>
        <p:nvPicPr>
          <p:cNvPr descr="preencoded.png" id="150" name="Google Shape;150;p9"/>
          <p:cNvPicPr preferRelativeResize="0"/>
          <p:nvPr/>
        </p:nvPicPr>
        <p:blipFill rotWithShape="1">
          <a:blip r:embed="rId3">
            <a:alphaModFix/>
          </a:blip>
          <a:srcRect b="0" l="0" r="0" t="0"/>
          <a:stretch/>
        </p:blipFill>
        <p:spPr>
          <a:xfrm>
            <a:off x="0" y="2781300"/>
            <a:ext cx="18287999" cy="7505699"/>
          </a:xfrm>
          <a:prstGeom prst="rect">
            <a:avLst/>
          </a:prstGeom>
          <a:noFill/>
          <a:ln>
            <a:noFill/>
          </a:ln>
        </p:spPr>
      </p:pic>
      <p:pic>
        <p:nvPicPr>
          <p:cNvPr descr="preencoded.png" id="151" name="Google Shape;151;p9"/>
          <p:cNvPicPr preferRelativeResize="0"/>
          <p:nvPr/>
        </p:nvPicPr>
        <p:blipFill rotWithShape="1">
          <a:blip r:embed="rId4">
            <a:alphaModFix/>
          </a:blip>
          <a:srcRect b="0" l="0" r="0" t="0"/>
          <a:stretch/>
        </p:blipFill>
        <p:spPr>
          <a:xfrm>
            <a:off x="0" y="2781300"/>
            <a:ext cx="18288003" cy="476250"/>
          </a:xfrm>
          <a:prstGeom prst="rect">
            <a:avLst/>
          </a:prstGeom>
          <a:noFill/>
          <a:ln>
            <a:noFill/>
          </a:ln>
        </p:spPr>
      </p:pic>
      <p:pic>
        <p:nvPicPr>
          <p:cNvPr descr="preencoded.png" id="152" name="Google Shape;152;p9"/>
          <p:cNvPicPr preferRelativeResize="0"/>
          <p:nvPr/>
        </p:nvPicPr>
        <p:blipFill rotWithShape="1">
          <a:blip r:embed="rId5">
            <a:alphaModFix/>
          </a:blip>
          <a:srcRect b="0" l="0" r="0" t="0"/>
          <a:stretch/>
        </p:blipFill>
        <p:spPr>
          <a:xfrm>
            <a:off x="152400" y="2781300"/>
            <a:ext cx="17983201" cy="7505699"/>
          </a:xfrm>
          <a:prstGeom prst="rect">
            <a:avLst/>
          </a:prstGeom>
          <a:noFill/>
          <a:ln>
            <a:noFill/>
          </a:ln>
        </p:spPr>
      </p:pic>
      <p:pic>
        <p:nvPicPr>
          <p:cNvPr descr="preencoded.png" id="153" name="Google Shape;153;p9"/>
          <p:cNvPicPr preferRelativeResize="0"/>
          <p:nvPr/>
        </p:nvPicPr>
        <p:blipFill rotWithShape="1">
          <a:blip r:embed="rId6">
            <a:alphaModFix/>
          </a:blip>
          <a:srcRect b="0" l="0" r="0" t="0"/>
          <a:stretch/>
        </p:blipFill>
        <p:spPr>
          <a:xfrm>
            <a:off x="152400" y="2181225"/>
            <a:ext cx="17983200" cy="600075"/>
          </a:xfrm>
          <a:prstGeom prst="rect">
            <a:avLst/>
          </a:prstGeom>
          <a:noFill/>
          <a:ln>
            <a:noFill/>
          </a:ln>
        </p:spPr>
      </p:pic>
      <p:sp>
        <p:nvSpPr>
          <p:cNvPr id="154" name="Google Shape;154;p9"/>
          <p:cNvSpPr/>
          <p:nvPr/>
        </p:nvSpPr>
        <p:spPr>
          <a:xfrm>
            <a:off x="159575" y="3409950"/>
            <a:ext cx="3067200" cy="6724800"/>
          </a:xfrm>
          <a:prstGeom prst="roundRect">
            <a:avLst>
              <a:gd fmla="val 3079" name="adj"/>
            </a:avLst>
          </a:prstGeom>
          <a:solidFill>
            <a:srgbClr val="F6F6F4"/>
          </a:solidFill>
          <a:ln cap="flat" cmpd="sng" w="9525">
            <a:solidFill>
              <a:srgbClr val="ECECE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preencoded.png" id="155" name="Google Shape;155;p9"/>
          <p:cNvPicPr preferRelativeResize="0"/>
          <p:nvPr/>
        </p:nvPicPr>
        <p:blipFill rotWithShape="1">
          <a:blip r:embed="rId7">
            <a:alphaModFix/>
          </a:blip>
          <a:srcRect b="0" l="0" r="0" t="0"/>
          <a:stretch/>
        </p:blipFill>
        <p:spPr>
          <a:xfrm>
            <a:off x="152400" y="652463"/>
            <a:ext cx="17983197" cy="18288"/>
          </a:xfrm>
          <a:prstGeom prst="rect">
            <a:avLst/>
          </a:prstGeom>
          <a:noFill/>
          <a:ln>
            <a:noFill/>
          </a:ln>
        </p:spPr>
      </p:pic>
      <p:pic>
        <p:nvPicPr>
          <p:cNvPr descr="preencoded.png" id="156" name="Google Shape;156;p9"/>
          <p:cNvPicPr preferRelativeResize="0"/>
          <p:nvPr/>
        </p:nvPicPr>
        <p:blipFill rotWithShape="1">
          <a:blip r:embed="rId7">
            <a:alphaModFix/>
          </a:blip>
          <a:srcRect b="0" l="0" r="0" t="0"/>
          <a:stretch/>
        </p:blipFill>
        <p:spPr>
          <a:xfrm>
            <a:off x="152400" y="2776538"/>
            <a:ext cx="17983197" cy="18288"/>
          </a:xfrm>
          <a:prstGeom prst="rect">
            <a:avLst/>
          </a:prstGeom>
          <a:noFill/>
          <a:ln>
            <a:noFill/>
          </a:ln>
        </p:spPr>
      </p:pic>
      <p:pic>
        <p:nvPicPr>
          <p:cNvPr descr="preencoded.png" id="157" name="Google Shape;157;p9"/>
          <p:cNvPicPr preferRelativeResize="0"/>
          <p:nvPr/>
        </p:nvPicPr>
        <p:blipFill rotWithShape="1">
          <a:blip r:embed="rId7">
            <a:alphaModFix/>
          </a:blip>
          <a:srcRect b="0" l="0" r="0" t="0"/>
          <a:stretch/>
        </p:blipFill>
        <p:spPr>
          <a:xfrm>
            <a:off x="152400" y="2176463"/>
            <a:ext cx="17983197" cy="18288"/>
          </a:xfrm>
          <a:prstGeom prst="rect">
            <a:avLst/>
          </a:prstGeom>
          <a:noFill/>
          <a:ln>
            <a:noFill/>
          </a:ln>
        </p:spPr>
      </p:pic>
      <p:sp>
        <p:nvSpPr>
          <p:cNvPr id="158" name="Google Shape;158;p9"/>
          <p:cNvSpPr/>
          <p:nvPr/>
        </p:nvSpPr>
        <p:spPr>
          <a:xfrm>
            <a:off x="13335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JUN </a:t>
            </a:r>
            <a:endParaRPr b="0" i="0" sz="1200" u="none" cap="none" strike="noStrike">
              <a:solidFill>
                <a:schemeClr val="dk1"/>
              </a:solidFill>
              <a:latin typeface="Calibri"/>
              <a:ea typeface="Calibri"/>
              <a:cs typeface="Calibri"/>
              <a:sym typeface="Calibri"/>
            </a:endParaRPr>
          </a:p>
        </p:txBody>
      </p:sp>
      <p:sp>
        <p:nvSpPr>
          <p:cNvPr id="159" name="Google Shape;159;p9"/>
          <p:cNvSpPr/>
          <p:nvPr/>
        </p:nvSpPr>
        <p:spPr>
          <a:xfrm>
            <a:off x="119062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JUL</a:t>
            </a:r>
            <a:endParaRPr b="0" i="0" sz="1200" u="none" cap="none" strike="noStrike">
              <a:solidFill>
                <a:schemeClr val="dk1"/>
              </a:solidFill>
              <a:latin typeface="Calibri"/>
              <a:ea typeface="Calibri"/>
              <a:cs typeface="Calibri"/>
              <a:sym typeface="Calibri"/>
            </a:endParaRPr>
          </a:p>
        </p:txBody>
      </p:sp>
      <p:sp>
        <p:nvSpPr>
          <p:cNvPr id="160" name="Google Shape;160;p9"/>
          <p:cNvSpPr/>
          <p:nvPr/>
        </p:nvSpPr>
        <p:spPr>
          <a:xfrm>
            <a:off x="224790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AUG</a:t>
            </a:r>
            <a:endParaRPr b="0" i="0" sz="1200" u="none" cap="none" strike="noStrike">
              <a:solidFill>
                <a:schemeClr val="dk1"/>
              </a:solidFill>
              <a:latin typeface="Calibri"/>
              <a:ea typeface="Calibri"/>
              <a:cs typeface="Calibri"/>
              <a:sym typeface="Calibri"/>
            </a:endParaRPr>
          </a:p>
        </p:txBody>
      </p:sp>
      <p:sp>
        <p:nvSpPr>
          <p:cNvPr id="161" name="Google Shape;161;p9"/>
          <p:cNvSpPr/>
          <p:nvPr/>
        </p:nvSpPr>
        <p:spPr>
          <a:xfrm>
            <a:off x="330517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SEP</a:t>
            </a:r>
            <a:endParaRPr b="0" i="0" sz="1200" u="none" cap="none" strike="noStrike">
              <a:solidFill>
                <a:schemeClr val="dk1"/>
              </a:solidFill>
              <a:latin typeface="Calibri"/>
              <a:ea typeface="Calibri"/>
              <a:cs typeface="Calibri"/>
              <a:sym typeface="Calibri"/>
            </a:endParaRPr>
          </a:p>
        </p:txBody>
      </p:sp>
      <p:sp>
        <p:nvSpPr>
          <p:cNvPr id="162" name="Google Shape;162;p9"/>
          <p:cNvSpPr/>
          <p:nvPr/>
        </p:nvSpPr>
        <p:spPr>
          <a:xfrm>
            <a:off x="436245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OCT</a:t>
            </a:r>
            <a:endParaRPr b="0" i="0" sz="1200" u="none" cap="none" strike="noStrike">
              <a:solidFill>
                <a:schemeClr val="dk1"/>
              </a:solidFill>
              <a:latin typeface="Calibri"/>
              <a:ea typeface="Calibri"/>
              <a:cs typeface="Calibri"/>
              <a:sym typeface="Calibri"/>
            </a:endParaRPr>
          </a:p>
        </p:txBody>
      </p:sp>
      <p:sp>
        <p:nvSpPr>
          <p:cNvPr id="163" name="Google Shape;163;p9"/>
          <p:cNvSpPr/>
          <p:nvPr/>
        </p:nvSpPr>
        <p:spPr>
          <a:xfrm>
            <a:off x="541972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NOV</a:t>
            </a:r>
            <a:endParaRPr b="0" i="0" sz="1200" u="none" cap="none" strike="noStrike">
              <a:solidFill>
                <a:schemeClr val="dk1"/>
              </a:solidFill>
              <a:latin typeface="Calibri"/>
              <a:ea typeface="Calibri"/>
              <a:cs typeface="Calibri"/>
              <a:sym typeface="Calibri"/>
            </a:endParaRPr>
          </a:p>
        </p:txBody>
      </p:sp>
      <p:sp>
        <p:nvSpPr>
          <p:cNvPr id="164" name="Google Shape;164;p9"/>
          <p:cNvSpPr/>
          <p:nvPr/>
        </p:nvSpPr>
        <p:spPr>
          <a:xfrm>
            <a:off x="647700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DEC</a:t>
            </a:r>
            <a:endParaRPr b="0" i="0" sz="1200" u="none" cap="none" strike="noStrike">
              <a:solidFill>
                <a:schemeClr val="dk1"/>
              </a:solidFill>
              <a:latin typeface="Calibri"/>
              <a:ea typeface="Calibri"/>
              <a:cs typeface="Calibri"/>
              <a:sym typeface="Calibri"/>
            </a:endParaRPr>
          </a:p>
        </p:txBody>
      </p:sp>
      <p:sp>
        <p:nvSpPr>
          <p:cNvPr id="165" name="Google Shape;165;p9"/>
          <p:cNvSpPr/>
          <p:nvPr/>
        </p:nvSpPr>
        <p:spPr>
          <a:xfrm>
            <a:off x="753427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JAN</a:t>
            </a:r>
            <a:endParaRPr b="0" i="0" sz="1200" u="none" cap="none" strike="noStrike">
              <a:solidFill>
                <a:schemeClr val="dk1"/>
              </a:solidFill>
              <a:latin typeface="Calibri"/>
              <a:ea typeface="Calibri"/>
              <a:cs typeface="Calibri"/>
              <a:sym typeface="Calibri"/>
            </a:endParaRPr>
          </a:p>
        </p:txBody>
      </p:sp>
      <p:sp>
        <p:nvSpPr>
          <p:cNvPr id="166" name="Google Shape;166;p9"/>
          <p:cNvSpPr/>
          <p:nvPr/>
        </p:nvSpPr>
        <p:spPr>
          <a:xfrm>
            <a:off x="859155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FEB</a:t>
            </a:r>
            <a:endParaRPr b="0" i="0" sz="1200" u="none" cap="none" strike="noStrike">
              <a:solidFill>
                <a:schemeClr val="dk1"/>
              </a:solidFill>
              <a:latin typeface="Calibri"/>
              <a:ea typeface="Calibri"/>
              <a:cs typeface="Calibri"/>
              <a:sym typeface="Calibri"/>
            </a:endParaRPr>
          </a:p>
        </p:txBody>
      </p:sp>
      <p:sp>
        <p:nvSpPr>
          <p:cNvPr id="167" name="Google Shape;167;p9"/>
          <p:cNvSpPr/>
          <p:nvPr/>
        </p:nvSpPr>
        <p:spPr>
          <a:xfrm>
            <a:off x="964882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MAR</a:t>
            </a:r>
            <a:endParaRPr b="0" i="0" sz="1200" u="none" cap="none" strike="noStrike">
              <a:solidFill>
                <a:schemeClr val="dk1"/>
              </a:solidFill>
              <a:latin typeface="Calibri"/>
              <a:ea typeface="Calibri"/>
              <a:cs typeface="Calibri"/>
              <a:sym typeface="Calibri"/>
            </a:endParaRPr>
          </a:p>
        </p:txBody>
      </p:sp>
      <p:sp>
        <p:nvSpPr>
          <p:cNvPr id="168" name="Google Shape;168;p9"/>
          <p:cNvSpPr/>
          <p:nvPr/>
        </p:nvSpPr>
        <p:spPr>
          <a:xfrm>
            <a:off x="1070610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APR</a:t>
            </a:r>
            <a:endParaRPr b="0" i="0" sz="1200" u="none" cap="none" strike="noStrike">
              <a:solidFill>
                <a:schemeClr val="dk1"/>
              </a:solidFill>
              <a:latin typeface="Calibri"/>
              <a:ea typeface="Calibri"/>
              <a:cs typeface="Calibri"/>
              <a:sym typeface="Calibri"/>
            </a:endParaRPr>
          </a:p>
        </p:txBody>
      </p:sp>
      <p:sp>
        <p:nvSpPr>
          <p:cNvPr id="169" name="Google Shape;169;p9"/>
          <p:cNvSpPr/>
          <p:nvPr/>
        </p:nvSpPr>
        <p:spPr>
          <a:xfrm>
            <a:off x="1176337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MAY</a:t>
            </a:r>
            <a:endParaRPr b="0" i="0" sz="1200" u="none" cap="none" strike="noStrike">
              <a:solidFill>
                <a:schemeClr val="dk1"/>
              </a:solidFill>
              <a:latin typeface="Calibri"/>
              <a:ea typeface="Calibri"/>
              <a:cs typeface="Calibri"/>
              <a:sym typeface="Calibri"/>
            </a:endParaRPr>
          </a:p>
        </p:txBody>
      </p:sp>
      <p:sp>
        <p:nvSpPr>
          <p:cNvPr id="170" name="Google Shape;170;p9"/>
          <p:cNvSpPr/>
          <p:nvPr/>
        </p:nvSpPr>
        <p:spPr>
          <a:xfrm>
            <a:off x="1282065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JUN </a:t>
            </a:r>
            <a:endParaRPr b="0" i="0" sz="1200" u="none" cap="none" strike="noStrike">
              <a:solidFill>
                <a:schemeClr val="dk1"/>
              </a:solidFill>
              <a:latin typeface="Calibri"/>
              <a:ea typeface="Calibri"/>
              <a:cs typeface="Calibri"/>
              <a:sym typeface="Calibri"/>
            </a:endParaRPr>
          </a:p>
        </p:txBody>
      </p:sp>
      <p:sp>
        <p:nvSpPr>
          <p:cNvPr id="171" name="Google Shape;171;p9"/>
          <p:cNvSpPr/>
          <p:nvPr/>
        </p:nvSpPr>
        <p:spPr>
          <a:xfrm>
            <a:off x="1387792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JUL</a:t>
            </a:r>
            <a:endParaRPr b="0" i="0" sz="1200" u="none" cap="none" strike="noStrike">
              <a:solidFill>
                <a:schemeClr val="dk1"/>
              </a:solidFill>
              <a:latin typeface="Calibri"/>
              <a:ea typeface="Calibri"/>
              <a:cs typeface="Calibri"/>
              <a:sym typeface="Calibri"/>
            </a:endParaRPr>
          </a:p>
        </p:txBody>
      </p:sp>
      <p:sp>
        <p:nvSpPr>
          <p:cNvPr id="172" name="Google Shape;172;p9"/>
          <p:cNvSpPr/>
          <p:nvPr/>
        </p:nvSpPr>
        <p:spPr>
          <a:xfrm>
            <a:off x="1493520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AUG</a:t>
            </a:r>
            <a:endParaRPr b="0" i="0" sz="1200" u="none" cap="none" strike="noStrike">
              <a:solidFill>
                <a:schemeClr val="dk1"/>
              </a:solidFill>
              <a:latin typeface="Calibri"/>
              <a:ea typeface="Calibri"/>
              <a:cs typeface="Calibri"/>
              <a:sym typeface="Calibri"/>
            </a:endParaRPr>
          </a:p>
        </p:txBody>
      </p:sp>
      <p:sp>
        <p:nvSpPr>
          <p:cNvPr id="173" name="Google Shape;173;p9"/>
          <p:cNvSpPr/>
          <p:nvPr/>
        </p:nvSpPr>
        <p:spPr>
          <a:xfrm>
            <a:off x="15992475"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SEP</a:t>
            </a:r>
            <a:endParaRPr b="0" i="0" sz="1200" u="none" cap="none" strike="noStrike">
              <a:solidFill>
                <a:schemeClr val="dk1"/>
              </a:solidFill>
              <a:latin typeface="Calibri"/>
              <a:ea typeface="Calibri"/>
              <a:cs typeface="Calibri"/>
              <a:sym typeface="Calibri"/>
            </a:endParaRPr>
          </a:p>
        </p:txBody>
      </p:sp>
      <p:sp>
        <p:nvSpPr>
          <p:cNvPr id="174" name="Google Shape;174;p9"/>
          <p:cNvSpPr/>
          <p:nvPr/>
        </p:nvSpPr>
        <p:spPr>
          <a:xfrm>
            <a:off x="17049750" y="2943225"/>
            <a:ext cx="1104900" cy="1239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1200"/>
              <a:buFont typeface="DM Sans"/>
              <a:buNone/>
            </a:pPr>
            <a:r>
              <a:rPr b="0" i="0" lang="en-US" sz="1200" u="none" cap="none" strike="noStrike">
                <a:solidFill>
                  <a:srgbClr val="000000"/>
                </a:solidFill>
                <a:latin typeface="DM Sans"/>
                <a:ea typeface="DM Sans"/>
                <a:cs typeface="DM Sans"/>
                <a:sym typeface="DM Sans"/>
              </a:rPr>
              <a:t>OCT</a:t>
            </a:r>
            <a:endParaRPr b="0" i="0" sz="1200" u="none" cap="none" strike="noStrike">
              <a:solidFill>
                <a:schemeClr val="dk1"/>
              </a:solidFill>
              <a:latin typeface="Calibri"/>
              <a:ea typeface="Calibri"/>
              <a:cs typeface="Calibri"/>
              <a:sym typeface="Calibri"/>
            </a:endParaRPr>
          </a:p>
        </p:txBody>
      </p:sp>
      <p:sp>
        <p:nvSpPr>
          <p:cNvPr id="175" name="Google Shape;175;p9"/>
          <p:cNvSpPr/>
          <p:nvPr/>
        </p:nvSpPr>
        <p:spPr>
          <a:xfrm>
            <a:off x="7534275" y="2333625"/>
            <a:ext cx="1104900" cy="3048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2024</a:t>
            </a:r>
            <a:endParaRPr b="0" i="0" sz="3000" u="none" cap="none" strike="noStrike">
              <a:solidFill>
                <a:schemeClr val="dk1"/>
              </a:solidFill>
              <a:latin typeface="Calibri"/>
              <a:ea typeface="Calibri"/>
              <a:cs typeface="Calibri"/>
              <a:sym typeface="Calibri"/>
            </a:endParaRPr>
          </a:p>
        </p:txBody>
      </p:sp>
      <p:sp>
        <p:nvSpPr>
          <p:cNvPr id="176" name="Google Shape;176;p9"/>
          <p:cNvSpPr/>
          <p:nvPr/>
        </p:nvSpPr>
        <p:spPr>
          <a:xfrm>
            <a:off x="133350" y="2333625"/>
            <a:ext cx="1104900" cy="304800"/>
          </a:xfrm>
          <a:prstGeom prst="rect">
            <a:avLst/>
          </a:prstGeom>
          <a:noFill/>
          <a:ln>
            <a:noFill/>
          </a:ln>
        </p:spPr>
        <p:txBody>
          <a:bodyPr anchorCtr="0" anchor="t" bIns="0" lIns="0" spcFirstLastPara="1" rIns="0" wrap="square" tIns="0">
            <a:noAutofit/>
          </a:bodyPr>
          <a:lstStyle/>
          <a:p>
            <a:pPr indent="0" lvl="0" marL="0" marR="0" rtl="0" algn="ctr">
              <a:lnSpc>
                <a:spcPct val="68000"/>
              </a:lnSpc>
              <a:spcBef>
                <a:spcPts val="0"/>
              </a:spcBef>
              <a:spcAft>
                <a:spcPts val="0"/>
              </a:spcAft>
              <a:buClr>
                <a:srgbClr val="000000"/>
              </a:buClr>
              <a:buSzPts val="3000"/>
              <a:buFont typeface="League Gothic"/>
              <a:buNone/>
            </a:pPr>
            <a:r>
              <a:rPr b="0" i="0" lang="en-US" sz="3000" u="none" cap="none" strike="noStrike">
                <a:solidFill>
                  <a:srgbClr val="000000"/>
                </a:solidFill>
                <a:latin typeface="League Gothic"/>
                <a:ea typeface="League Gothic"/>
                <a:cs typeface="League Gothic"/>
                <a:sym typeface="League Gothic"/>
              </a:rPr>
              <a:t>2023</a:t>
            </a:r>
            <a:endParaRPr b="0" i="0" sz="3000" u="none" cap="none" strike="noStrike">
              <a:solidFill>
                <a:schemeClr val="dk1"/>
              </a:solidFill>
              <a:latin typeface="Calibri"/>
              <a:ea typeface="Calibri"/>
              <a:cs typeface="Calibri"/>
              <a:sym typeface="Calibri"/>
            </a:endParaRPr>
          </a:p>
        </p:txBody>
      </p:sp>
      <p:sp>
        <p:nvSpPr>
          <p:cNvPr id="177" name="Google Shape;177;p9"/>
          <p:cNvSpPr/>
          <p:nvPr/>
        </p:nvSpPr>
        <p:spPr>
          <a:xfrm>
            <a:off x="152400" y="904875"/>
            <a:ext cx="8982000" cy="8955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rPr b="0" i="0" lang="en-US" sz="7800" u="none" cap="none" strike="noStrike">
                <a:solidFill>
                  <a:srgbClr val="000000"/>
                </a:solidFill>
                <a:latin typeface="League Gothic"/>
                <a:ea typeface="League Gothic"/>
                <a:cs typeface="League Gothic"/>
                <a:sym typeface="League Gothic"/>
              </a:rPr>
              <a:t>Project Timeline</a:t>
            </a:r>
            <a:endParaRPr b="0" i="0" sz="7800" u="none" cap="none" strike="noStrike">
              <a:solidFill>
                <a:schemeClr val="dk1"/>
              </a:solidFill>
              <a:latin typeface="Calibri"/>
              <a:ea typeface="Calibri"/>
              <a:cs typeface="Calibri"/>
              <a:sym typeface="Calibri"/>
            </a:endParaRPr>
          </a:p>
        </p:txBody>
      </p:sp>
      <p:sp>
        <p:nvSpPr>
          <p:cNvPr id="178" name="Google Shape;178;p9"/>
          <p:cNvSpPr/>
          <p:nvPr/>
        </p:nvSpPr>
        <p:spPr>
          <a:xfrm>
            <a:off x="13725525" y="1133475"/>
            <a:ext cx="4448100" cy="514500"/>
          </a:xfrm>
          <a:prstGeom prst="rect">
            <a:avLst/>
          </a:prstGeom>
          <a:noFill/>
          <a:ln>
            <a:noFill/>
          </a:ln>
        </p:spPr>
        <p:txBody>
          <a:bodyPr anchorCtr="0" anchor="b"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0" i="0" lang="en-US" sz="1575" u="none" cap="none" strike="noStrike">
                <a:solidFill>
                  <a:srgbClr val="000000"/>
                </a:solidFill>
                <a:latin typeface="DM Sans"/>
                <a:ea typeface="DM Sans"/>
                <a:cs typeface="DM Sans"/>
                <a:sym typeface="DM Sans"/>
              </a:rPr>
              <a:t>Class aptent taciti sociosqu ad litora torquent per conubia nostra, per inceptos himenaeos.</a:t>
            </a:r>
            <a:endParaRPr b="0" i="0" sz="1575" u="none" cap="none" strike="noStrike">
              <a:solidFill>
                <a:schemeClr val="dk1"/>
              </a:solidFill>
              <a:latin typeface="Calibri"/>
              <a:ea typeface="Calibri"/>
              <a:cs typeface="Calibri"/>
              <a:sym typeface="Calibri"/>
            </a:endParaRPr>
          </a:p>
        </p:txBody>
      </p:sp>
      <p:sp>
        <p:nvSpPr>
          <p:cNvPr id="179" name="Google Shape;179;p9"/>
          <p:cNvSpPr/>
          <p:nvPr/>
        </p:nvSpPr>
        <p:spPr>
          <a:xfrm>
            <a:off x="381000" y="4324350"/>
            <a:ext cx="1009800" cy="219000"/>
          </a:xfrm>
          <a:prstGeom prst="rect">
            <a:avLst/>
          </a:prstGeom>
          <a:noFill/>
          <a:ln>
            <a:noFill/>
          </a:ln>
        </p:spPr>
        <p:txBody>
          <a:bodyPr anchorCtr="0" anchor="b" bIns="0" lIns="0" spcFirstLastPara="1" rIns="0" wrap="square" tIns="0">
            <a:noAutofit/>
          </a:bodyPr>
          <a:lstStyle/>
          <a:p>
            <a:pPr indent="0" lvl="0" marL="0" marR="0" rtl="0" algn="l">
              <a:lnSpc>
                <a:spcPct val="110518"/>
              </a:lnSpc>
              <a:spcBef>
                <a:spcPts val="0"/>
              </a:spcBef>
              <a:spcAft>
                <a:spcPts val="0"/>
              </a:spcAft>
              <a:buClr>
                <a:srgbClr val="000000"/>
              </a:buClr>
              <a:buSzPts val="1350"/>
              <a:buFont typeface="DM Sans"/>
              <a:buNone/>
            </a:pPr>
            <a:r>
              <a:rPr b="0" i="0" lang="en-US" sz="1350" u="none" cap="none" strike="noStrike">
                <a:solidFill>
                  <a:srgbClr val="000000"/>
                </a:solidFill>
                <a:latin typeface="DM Sans"/>
                <a:ea typeface="DM Sans"/>
                <a:cs typeface="DM Sans"/>
                <a:sym typeface="DM Sans"/>
              </a:rPr>
              <a:t>Fantasy Golf</a:t>
            </a:r>
            <a:endParaRPr b="0" i="0" sz="1350" u="none" cap="none" strike="noStrike">
              <a:solidFill>
                <a:schemeClr val="dk1"/>
              </a:solidFill>
              <a:latin typeface="Calibri"/>
              <a:ea typeface="Calibri"/>
              <a:cs typeface="Calibri"/>
              <a:sym typeface="Calibri"/>
            </a:endParaRPr>
          </a:p>
        </p:txBody>
      </p:sp>
      <p:sp>
        <p:nvSpPr>
          <p:cNvPr id="180" name="Google Shape;180;p9"/>
          <p:cNvSpPr/>
          <p:nvPr/>
        </p:nvSpPr>
        <p:spPr>
          <a:xfrm>
            <a:off x="381000" y="5248275"/>
            <a:ext cx="1000200" cy="219000"/>
          </a:xfrm>
          <a:prstGeom prst="rect">
            <a:avLst/>
          </a:prstGeom>
          <a:noFill/>
          <a:ln>
            <a:noFill/>
          </a:ln>
        </p:spPr>
        <p:txBody>
          <a:bodyPr anchorCtr="0" anchor="b" bIns="0" lIns="0" spcFirstLastPara="1" rIns="0" wrap="square" tIns="0">
            <a:noAutofit/>
          </a:bodyPr>
          <a:lstStyle/>
          <a:p>
            <a:pPr indent="0" lvl="0" marL="0" marR="0" rtl="0" algn="l">
              <a:lnSpc>
                <a:spcPct val="110518"/>
              </a:lnSpc>
              <a:spcBef>
                <a:spcPts val="0"/>
              </a:spcBef>
              <a:spcAft>
                <a:spcPts val="0"/>
              </a:spcAft>
              <a:buClr>
                <a:srgbClr val="000000"/>
              </a:buClr>
              <a:buSzPts val="1350"/>
              <a:buFont typeface="DM Sans"/>
              <a:buNone/>
            </a:pPr>
            <a:r>
              <a:rPr b="0" i="0" lang="en-US" sz="1350" u="none" cap="none" strike="noStrike">
                <a:solidFill>
                  <a:srgbClr val="000000"/>
                </a:solidFill>
                <a:latin typeface="DM Sans"/>
                <a:ea typeface="DM Sans"/>
                <a:cs typeface="DM Sans"/>
                <a:sym typeface="DM Sans"/>
              </a:rPr>
              <a:t>Birdie Sauce</a:t>
            </a:r>
            <a:endParaRPr b="0" i="0" sz="1350" u="none" cap="none" strike="noStrike">
              <a:solidFill>
                <a:schemeClr val="dk1"/>
              </a:solidFill>
              <a:latin typeface="Calibri"/>
              <a:ea typeface="Calibri"/>
              <a:cs typeface="Calibri"/>
              <a:sym typeface="Calibri"/>
            </a:endParaRPr>
          </a:p>
        </p:txBody>
      </p:sp>
      <p:sp>
        <p:nvSpPr>
          <p:cNvPr id="181" name="Google Shape;181;p9"/>
          <p:cNvSpPr/>
          <p:nvPr/>
        </p:nvSpPr>
        <p:spPr>
          <a:xfrm>
            <a:off x="381000" y="6172200"/>
            <a:ext cx="1028700" cy="219000"/>
          </a:xfrm>
          <a:prstGeom prst="rect">
            <a:avLst/>
          </a:prstGeom>
          <a:noFill/>
          <a:ln>
            <a:noFill/>
          </a:ln>
        </p:spPr>
        <p:txBody>
          <a:bodyPr anchorCtr="0" anchor="b" bIns="0" lIns="0" spcFirstLastPara="1" rIns="0" wrap="square" tIns="0">
            <a:noAutofit/>
          </a:bodyPr>
          <a:lstStyle/>
          <a:p>
            <a:pPr indent="0" lvl="0" marL="0" marR="0" rtl="0" algn="l">
              <a:lnSpc>
                <a:spcPct val="110518"/>
              </a:lnSpc>
              <a:spcBef>
                <a:spcPts val="0"/>
              </a:spcBef>
              <a:spcAft>
                <a:spcPts val="0"/>
              </a:spcAft>
              <a:buClr>
                <a:srgbClr val="000000"/>
              </a:buClr>
              <a:buSzPts val="1350"/>
              <a:buFont typeface="DM Sans"/>
              <a:buNone/>
            </a:pPr>
            <a:r>
              <a:rPr b="0" i="0" lang="en-US" sz="1350" u="none" cap="none" strike="noStrike">
                <a:solidFill>
                  <a:srgbClr val="000000"/>
                </a:solidFill>
                <a:latin typeface="DM Sans"/>
                <a:ea typeface="DM Sans"/>
                <a:cs typeface="DM Sans"/>
                <a:sym typeface="DM Sans"/>
              </a:rPr>
              <a:t>Rick’s Roll up</a:t>
            </a:r>
            <a:endParaRPr b="0" i="0" sz="1350" u="none" cap="none" strike="noStrike">
              <a:solidFill>
                <a:schemeClr val="dk1"/>
              </a:solidFill>
              <a:latin typeface="Calibri"/>
              <a:ea typeface="Calibri"/>
              <a:cs typeface="Calibri"/>
              <a:sym typeface="Calibri"/>
            </a:endParaRPr>
          </a:p>
        </p:txBody>
      </p:sp>
      <p:sp>
        <p:nvSpPr>
          <p:cNvPr id="182" name="Google Shape;182;p9"/>
          <p:cNvSpPr/>
          <p:nvPr/>
        </p:nvSpPr>
        <p:spPr>
          <a:xfrm>
            <a:off x="381000" y="7096125"/>
            <a:ext cx="1009800" cy="219000"/>
          </a:xfrm>
          <a:prstGeom prst="rect">
            <a:avLst/>
          </a:prstGeom>
          <a:noFill/>
          <a:ln>
            <a:noFill/>
          </a:ln>
        </p:spPr>
        <p:txBody>
          <a:bodyPr anchorCtr="0" anchor="b" bIns="0" lIns="0" spcFirstLastPara="1" rIns="0" wrap="square" tIns="0">
            <a:noAutofit/>
          </a:bodyPr>
          <a:lstStyle/>
          <a:p>
            <a:pPr indent="0" lvl="0" marL="0" marR="0" rtl="0" algn="l">
              <a:lnSpc>
                <a:spcPct val="110518"/>
              </a:lnSpc>
              <a:spcBef>
                <a:spcPts val="0"/>
              </a:spcBef>
              <a:spcAft>
                <a:spcPts val="0"/>
              </a:spcAft>
              <a:buClr>
                <a:srgbClr val="000000"/>
              </a:buClr>
              <a:buSzPts val="1350"/>
              <a:buFont typeface="DM Sans"/>
              <a:buNone/>
            </a:pPr>
            <a:r>
              <a:rPr b="0" i="0" lang="en-US" sz="1350" u="none" cap="none" strike="noStrike">
                <a:solidFill>
                  <a:srgbClr val="000000"/>
                </a:solidFill>
                <a:latin typeface="DM Sans"/>
                <a:ea typeface="DM Sans"/>
                <a:cs typeface="DM Sans"/>
                <a:sym typeface="DM Sans"/>
              </a:rPr>
              <a:t>Fantasy Golf</a:t>
            </a:r>
            <a:endParaRPr b="0" i="0" sz="1350" u="none" cap="none" strike="noStrike">
              <a:solidFill>
                <a:schemeClr val="dk1"/>
              </a:solidFill>
              <a:latin typeface="Calibri"/>
              <a:ea typeface="Calibri"/>
              <a:cs typeface="Calibri"/>
              <a:sym typeface="Calibri"/>
            </a:endParaRPr>
          </a:p>
        </p:txBody>
      </p:sp>
      <p:sp>
        <p:nvSpPr>
          <p:cNvPr id="183" name="Google Shape;183;p9"/>
          <p:cNvSpPr/>
          <p:nvPr/>
        </p:nvSpPr>
        <p:spPr>
          <a:xfrm>
            <a:off x="381000" y="8020050"/>
            <a:ext cx="1704900" cy="219000"/>
          </a:xfrm>
          <a:prstGeom prst="rect">
            <a:avLst/>
          </a:prstGeom>
          <a:noFill/>
          <a:ln>
            <a:noFill/>
          </a:ln>
        </p:spPr>
        <p:txBody>
          <a:bodyPr anchorCtr="0" anchor="b" bIns="0" lIns="0" spcFirstLastPara="1" rIns="0" wrap="square" tIns="0">
            <a:noAutofit/>
          </a:bodyPr>
          <a:lstStyle/>
          <a:p>
            <a:pPr indent="0" lvl="0" marL="0" marR="0" rtl="0" algn="l">
              <a:lnSpc>
                <a:spcPct val="110518"/>
              </a:lnSpc>
              <a:spcBef>
                <a:spcPts val="0"/>
              </a:spcBef>
              <a:spcAft>
                <a:spcPts val="0"/>
              </a:spcAft>
              <a:buClr>
                <a:srgbClr val="000000"/>
              </a:buClr>
              <a:buSzPts val="1350"/>
              <a:buFont typeface="DM Sans"/>
              <a:buNone/>
            </a:pPr>
            <a:r>
              <a:rPr b="0" i="0" lang="en-US" sz="1350" u="none" cap="none" strike="noStrike">
                <a:solidFill>
                  <a:srgbClr val="000000"/>
                </a:solidFill>
                <a:latin typeface="DM Sans"/>
                <a:ea typeface="DM Sans"/>
                <a:cs typeface="DM Sans"/>
                <a:sym typeface="DM Sans"/>
              </a:rPr>
              <a:t>Membership Platform</a:t>
            </a:r>
            <a:endParaRPr b="0" i="0" sz="1350" u="none" cap="none" strike="noStrike">
              <a:solidFill>
                <a:schemeClr val="dk1"/>
              </a:solidFill>
              <a:latin typeface="Calibri"/>
              <a:ea typeface="Calibri"/>
              <a:cs typeface="Calibri"/>
              <a:sym typeface="Calibri"/>
            </a:endParaRPr>
          </a:p>
        </p:txBody>
      </p:sp>
      <p:sp>
        <p:nvSpPr>
          <p:cNvPr id="184" name="Google Shape;184;p9"/>
          <p:cNvSpPr/>
          <p:nvPr/>
        </p:nvSpPr>
        <p:spPr>
          <a:xfrm>
            <a:off x="381000" y="8943975"/>
            <a:ext cx="2695500" cy="219000"/>
          </a:xfrm>
          <a:prstGeom prst="rect">
            <a:avLst/>
          </a:prstGeom>
          <a:noFill/>
          <a:ln>
            <a:noFill/>
          </a:ln>
        </p:spPr>
        <p:txBody>
          <a:bodyPr anchorCtr="0" anchor="b" bIns="0" lIns="0" spcFirstLastPara="1" rIns="0" wrap="square" tIns="0">
            <a:noAutofit/>
          </a:bodyPr>
          <a:lstStyle/>
          <a:p>
            <a:pPr indent="0" lvl="0" marL="0" marR="0" rtl="0" algn="l">
              <a:lnSpc>
                <a:spcPct val="110518"/>
              </a:lnSpc>
              <a:spcBef>
                <a:spcPts val="0"/>
              </a:spcBef>
              <a:spcAft>
                <a:spcPts val="0"/>
              </a:spcAft>
              <a:buClr>
                <a:srgbClr val="000000"/>
              </a:buClr>
              <a:buSzPts val="1350"/>
              <a:buFont typeface="DM Sans"/>
              <a:buNone/>
            </a:pPr>
            <a:r>
              <a:rPr b="0" i="0" lang="en-US" sz="1350" u="none" cap="none" strike="noStrike">
                <a:solidFill>
                  <a:srgbClr val="000000"/>
                </a:solidFill>
                <a:latin typeface="DM Sans"/>
                <a:ea typeface="DM Sans"/>
                <a:cs typeface="DM Sans"/>
                <a:sym typeface="DM Sans"/>
              </a:rPr>
              <a:t>Optimization &amp; Roadmap Features</a:t>
            </a:r>
            <a:endParaRPr b="0" i="0" sz="1350" u="none" cap="none" strike="noStrike">
              <a:solidFill>
                <a:schemeClr val="dk1"/>
              </a:solidFill>
              <a:latin typeface="Calibri"/>
              <a:ea typeface="Calibri"/>
              <a:cs typeface="Calibri"/>
              <a:sym typeface="Calibri"/>
            </a:endParaRPr>
          </a:p>
        </p:txBody>
      </p:sp>
      <p:cxnSp>
        <p:nvCxnSpPr>
          <p:cNvPr id="185" name="Google Shape;185;p9"/>
          <p:cNvCxnSpPr/>
          <p:nvPr/>
        </p:nvCxnSpPr>
        <p:spPr>
          <a:xfrm>
            <a:off x="5192825" y="4352925"/>
            <a:ext cx="4362600" cy="0"/>
          </a:xfrm>
          <a:prstGeom prst="straightConnector1">
            <a:avLst/>
          </a:prstGeom>
          <a:noFill/>
          <a:ln cap="flat" cmpd="sng" w="28575">
            <a:solidFill>
              <a:srgbClr val="E8FDD3"/>
            </a:solidFill>
            <a:prstDash val="solid"/>
            <a:round/>
            <a:headEnd len="med" w="med" type="none"/>
            <a:tailEnd len="med" w="med" type="none"/>
          </a:ln>
        </p:spPr>
      </p:cxnSp>
      <p:sp>
        <p:nvSpPr>
          <p:cNvPr id="186" name="Google Shape;186;p9"/>
          <p:cNvSpPr/>
          <p:nvPr/>
        </p:nvSpPr>
        <p:spPr>
          <a:xfrm>
            <a:off x="7595225" y="3867675"/>
            <a:ext cx="1960200" cy="371400"/>
          </a:xfrm>
          <a:prstGeom prst="roundRect">
            <a:avLst>
              <a:gd fmla="val 16667" name="adj"/>
            </a:avLst>
          </a:prstGeom>
          <a:solidFill>
            <a:srgbClr val="E8FD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9"/>
          <p:cNvSpPr/>
          <p:nvPr/>
        </p:nvSpPr>
        <p:spPr>
          <a:xfrm>
            <a:off x="7699025" y="3943388"/>
            <a:ext cx="1752600" cy="219000"/>
          </a:xfrm>
          <a:prstGeom prst="rect">
            <a:avLst/>
          </a:prstGeom>
          <a:noFill/>
          <a:ln>
            <a:noFill/>
          </a:ln>
        </p:spPr>
        <p:txBody>
          <a:bodyPr anchorCtr="0" anchor="ctr" bIns="0" lIns="0" spcFirstLastPara="1" rIns="0" wrap="square" tIns="0">
            <a:noAutofit/>
          </a:bodyPr>
          <a:lstStyle/>
          <a:p>
            <a:pPr indent="0" lvl="0" marL="0" marR="0" rtl="0" algn="ctr">
              <a:lnSpc>
                <a:spcPct val="110518"/>
              </a:lnSpc>
              <a:spcBef>
                <a:spcPts val="0"/>
              </a:spcBef>
              <a:spcAft>
                <a:spcPts val="0"/>
              </a:spcAft>
              <a:buClr>
                <a:srgbClr val="57614B"/>
              </a:buClr>
              <a:buSzPts val="1350"/>
              <a:buFont typeface="DM Sans"/>
              <a:buNone/>
            </a:pPr>
            <a:r>
              <a:rPr b="0" i="0" lang="en-US" sz="1200" u="none" cap="none" strike="noStrike">
                <a:solidFill>
                  <a:srgbClr val="57614B"/>
                </a:solidFill>
                <a:latin typeface="DM Sans"/>
                <a:ea typeface="DM Sans"/>
                <a:cs typeface="DM Sans"/>
                <a:sym typeface="DM Sans"/>
              </a:rPr>
              <a:t>May 28 — Soft Launch</a:t>
            </a:r>
            <a:endParaRPr b="0" i="0" sz="1200" u="none" cap="none" strike="noStrike">
              <a:solidFill>
                <a:schemeClr val="dk1"/>
              </a:solidFill>
              <a:latin typeface="Calibri"/>
              <a:ea typeface="Calibri"/>
              <a:cs typeface="Calibri"/>
              <a:sym typeface="Calibri"/>
            </a:endParaRPr>
          </a:p>
        </p:txBody>
      </p:sp>
      <p:cxnSp>
        <p:nvCxnSpPr>
          <p:cNvPr id="188" name="Google Shape;188;p9"/>
          <p:cNvCxnSpPr/>
          <p:nvPr/>
        </p:nvCxnSpPr>
        <p:spPr>
          <a:xfrm>
            <a:off x="11388375" y="5343999"/>
            <a:ext cx="4362600" cy="0"/>
          </a:xfrm>
          <a:prstGeom prst="straightConnector1">
            <a:avLst/>
          </a:prstGeom>
          <a:noFill/>
          <a:ln cap="flat" cmpd="sng" w="28575">
            <a:solidFill>
              <a:srgbClr val="3459DD"/>
            </a:solidFill>
            <a:prstDash val="solid"/>
            <a:round/>
            <a:headEnd len="med" w="med" type="none"/>
            <a:tailEnd len="med" w="med" type="none"/>
          </a:ln>
        </p:spPr>
      </p:cxnSp>
      <p:sp>
        <p:nvSpPr>
          <p:cNvPr id="189" name="Google Shape;189;p9"/>
          <p:cNvSpPr/>
          <p:nvPr/>
        </p:nvSpPr>
        <p:spPr>
          <a:xfrm>
            <a:off x="13790775" y="4858749"/>
            <a:ext cx="1960200" cy="371400"/>
          </a:xfrm>
          <a:prstGeom prst="roundRect">
            <a:avLst>
              <a:gd fmla="val 16667" name="adj"/>
            </a:avLst>
          </a:prstGeom>
          <a:solidFill>
            <a:srgbClr val="3459D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9"/>
          <p:cNvSpPr/>
          <p:nvPr/>
        </p:nvSpPr>
        <p:spPr>
          <a:xfrm>
            <a:off x="13868400" y="4924425"/>
            <a:ext cx="1743000" cy="219000"/>
          </a:xfrm>
          <a:prstGeom prst="rect">
            <a:avLst/>
          </a:prstGeom>
          <a:noFill/>
          <a:ln>
            <a:noFill/>
          </a:ln>
        </p:spPr>
        <p:txBody>
          <a:bodyPr anchorCtr="0" anchor="ctr" bIns="0" lIns="0" spcFirstLastPara="1" rIns="0" wrap="square" tIns="0">
            <a:noAutofit/>
          </a:bodyPr>
          <a:lstStyle/>
          <a:p>
            <a:pPr indent="0" lvl="0" marL="0" marR="0" rtl="0" algn="ctr">
              <a:lnSpc>
                <a:spcPct val="110518"/>
              </a:lnSpc>
              <a:spcBef>
                <a:spcPts val="0"/>
              </a:spcBef>
              <a:spcAft>
                <a:spcPts val="0"/>
              </a:spcAft>
              <a:buClr>
                <a:srgbClr val="FFFFFF"/>
              </a:buClr>
              <a:buSzPts val="1350"/>
              <a:buFont typeface="DM Sans"/>
              <a:buNone/>
            </a:pPr>
            <a:r>
              <a:rPr b="0" i="0" lang="en-US" sz="1200" u="none" cap="none" strike="noStrike">
                <a:solidFill>
                  <a:srgbClr val="FFFFFF"/>
                </a:solidFill>
                <a:latin typeface="DM Sans"/>
                <a:ea typeface="DM Sans"/>
                <a:cs typeface="DM Sans"/>
                <a:sym typeface="DM Sans"/>
              </a:rPr>
              <a:t>Aug 03 — Soft Launch</a:t>
            </a:r>
            <a:endParaRPr b="0" i="0" sz="1200" u="none" cap="none" strike="noStrike">
              <a:solidFill>
                <a:schemeClr val="dk1"/>
              </a:solidFill>
              <a:latin typeface="Calibri"/>
              <a:ea typeface="Calibri"/>
              <a:cs typeface="Calibri"/>
              <a:sym typeface="Calibri"/>
            </a:endParaRPr>
          </a:p>
        </p:txBody>
      </p:sp>
      <p:cxnSp>
        <p:nvCxnSpPr>
          <p:cNvPr id="191" name="Google Shape;191;p9"/>
          <p:cNvCxnSpPr/>
          <p:nvPr/>
        </p:nvCxnSpPr>
        <p:spPr>
          <a:xfrm>
            <a:off x="3235075" y="6273875"/>
            <a:ext cx="3332400" cy="0"/>
          </a:xfrm>
          <a:prstGeom prst="straightConnector1">
            <a:avLst/>
          </a:prstGeom>
          <a:noFill/>
          <a:ln cap="flat" cmpd="sng" w="28575">
            <a:solidFill>
              <a:srgbClr val="F6E4F6"/>
            </a:solidFill>
            <a:prstDash val="solid"/>
            <a:round/>
            <a:headEnd len="med" w="med" type="none"/>
            <a:tailEnd len="med" w="med" type="none"/>
          </a:ln>
        </p:spPr>
      </p:cxnSp>
      <p:sp>
        <p:nvSpPr>
          <p:cNvPr id="192" name="Google Shape;192;p9"/>
          <p:cNvSpPr/>
          <p:nvPr/>
        </p:nvSpPr>
        <p:spPr>
          <a:xfrm>
            <a:off x="4607395" y="5788630"/>
            <a:ext cx="1960200" cy="371400"/>
          </a:xfrm>
          <a:prstGeom prst="roundRect">
            <a:avLst>
              <a:gd fmla="val 16667" name="adj"/>
            </a:avLst>
          </a:prstGeom>
          <a:solidFill>
            <a:srgbClr val="F6E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3" name="Google Shape;193;p9"/>
          <p:cNvCxnSpPr/>
          <p:nvPr/>
        </p:nvCxnSpPr>
        <p:spPr>
          <a:xfrm>
            <a:off x="5411144" y="9039906"/>
            <a:ext cx="5789700" cy="0"/>
          </a:xfrm>
          <a:prstGeom prst="straightConnector1">
            <a:avLst/>
          </a:prstGeom>
          <a:noFill/>
          <a:ln cap="flat" cmpd="sng" w="28575">
            <a:solidFill>
              <a:schemeClr val="lt1"/>
            </a:solidFill>
            <a:prstDash val="solid"/>
            <a:round/>
            <a:headEnd len="med" w="med" type="none"/>
            <a:tailEnd len="med" w="med" type="none"/>
          </a:ln>
        </p:spPr>
      </p:cxnSp>
      <p:sp>
        <p:nvSpPr>
          <p:cNvPr id="194" name="Google Shape;194;p9"/>
          <p:cNvSpPr/>
          <p:nvPr/>
        </p:nvSpPr>
        <p:spPr>
          <a:xfrm>
            <a:off x="9240594" y="8554656"/>
            <a:ext cx="1960200" cy="371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5" name="Google Shape;195;p9"/>
          <p:cNvCxnSpPr/>
          <p:nvPr/>
        </p:nvCxnSpPr>
        <p:spPr>
          <a:xfrm>
            <a:off x="7697225" y="7192050"/>
            <a:ext cx="11750100" cy="0"/>
          </a:xfrm>
          <a:prstGeom prst="straightConnector1">
            <a:avLst/>
          </a:prstGeom>
          <a:noFill/>
          <a:ln cap="flat" cmpd="sng" w="28575">
            <a:solidFill>
              <a:srgbClr val="AFAFA7"/>
            </a:solidFill>
            <a:prstDash val="solid"/>
            <a:round/>
            <a:headEnd len="med" w="med" type="none"/>
            <a:tailEnd len="med" w="med" type="none"/>
          </a:ln>
        </p:spPr>
      </p:cxnSp>
      <p:sp>
        <p:nvSpPr>
          <p:cNvPr id="196" name="Google Shape;196;p9"/>
          <p:cNvSpPr/>
          <p:nvPr/>
        </p:nvSpPr>
        <p:spPr>
          <a:xfrm>
            <a:off x="17487179" y="6706806"/>
            <a:ext cx="1960200" cy="371400"/>
          </a:xfrm>
          <a:prstGeom prst="roundRect">
            <a:avLst>
              <a:gd fmla="val 16667" name="adj"/>
            </a:avLst>
          </a:prstGeom>
          <a:solidFill>
            <a:srgbClr val="AFAF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7" name="Google Shape;197;p9"/>
          <p:cNvCxnSpPr/>
          <p:nvPr/>
        </p:nvCxnSpPr>
        <p:spPr>
          <a:xfrm>
            <a:off x="3235075" y="8158800"/>
            <a:ext cx="11468100" cy="0"/>
          </a:xfrm>
          <a:prstGeom prst="straightConnector1">
            <a:avLst/>
          </a:prstGeom>
          <a:noFill/>
          <a:ln cap="flat" cmpd="sng" w="28575">
            <a:solidFill>
              <a:srgbClr val="57614B"/>
            </a:solidFill>
            <a:prstDash val="solid"/>
            <a:round/>
            <a:headEnd len="med" w="med" type="none"/>
            <a:tailEnd len="med" w="med" type="none"/>
          </a:ln>
        </p:spPr>
      </p:cxnSp>
      <p:sp>
        <p:nvSpPr>
          <p:cNvPr id="198" name="Google Shape;198;p9"/>
          <p:cNvSpPr/>
          <p:nvPr/>
        </p:nvSpPr>
        <p:spPr>
          <a:xfrm>
            <a:off x="12743201" y="7673550"/>
            <a:ext cx="1960200" cy="371400"/>
          </a:xfrm>
          <a:prstGeom prst="roundRect">
            <a:avLst>
              <a:gd fmla="val 16667" name="adj"/>
            </a:avLst>
          </a:prstGeom>
          <a:solidFill>
            <a:srgbClr val="5761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9"/>
          <p:cNvSpPr/>
          <p:nvPr/>
        </p:nvSpPr>
        <p:spPr>
          <a:xfrm>
            <a:off x="9382125" y="8620125"/>
            <a:ext cx="1743000" cy="219000"/>
          </a:xfrm>
          <a:prstGeom prst="rect">
            <a:avLst/>
          </a:prstGeom>
          <a:noFill/>
          <a:ln>
            <a:noFill/>
          </a:ln>
        </p:spPr>
        <p:txBody>
          <a:bodyPr anchorCtr="0" anchor="ctr" bIns="0" lIns="0" spcFirstLastPara="1" rIns="0" wrap="square" tIns="0">
            <a:noAutofit/>
          </a:bodyPr>
          <a:lstStyle/>
          <a:p>
            <a:pPr indent="0" lvl="0" marL="0" marR="0" rtl="0" algn="ctr">
              <a:lnSpc>
                <a:spcPct val="110518"/>
              </a:lnSpc>
              <a:spcBef>
                <a:spcPts val="0"/>
              </a:spcBef>
              <a:spcAft>
                <a:spcPts val="0"/>
              </a:spcAft>
              <a:buClr>
                <a:srgbClr val="000000"/>
              </a:buClr>
              <a:buSzPts val="1350"/>
              <a:buFont typeface="DM Sans"/>
              <a:buNone/>
            </a:pPr>
            <a:r>
              <a:rPr b="0" i="0" lang="en-US" sz="1200" u="none" cap="none" strike="noStrike">
                <a:solidFill>
                  <a:srgbClr val="000000"/>
                </a:solidFill>
                <a:latin typeface="DM Sans"/>
                <a:ea typeface="DM Sans"/>
                <a:cs typeface="DM Sans"/>
                <a:sym typeface="DM Sans"/>
              </a:rPr>
              <a:t>Aug 03 — Soft Launch</a:t>
            </a:r>
            <a:endParaRPr b="0" i="0" sz="1200" u="none" cap="none" strike="noStrike">
              <a:solidFill>
                <a:schemeClr val="dk1"/>
              </a:solidFill>
              <a:latin typeface="Calibri"/>
              <a:ea typeface="Calibri"/>
              <a:cs typeface="Calibri"/>
              <a:sym typeface="Calibri"/>
            </a:endParaRPr>
          </a:p>
        </p:txBody>
      </p:sp>
      <p:sp>
        <p:nvSpPr>
          <p:cNvPr id="200" name="Google Shape;200;p9"/>
          <p:cNvSpPr/>
          <p:nvPr/>
        </p:nvSpPr>
        <p:spPr>
          <a:xfrm>
            <a:off x="4743450" y="5853350"/>
            <a:ext cx="1743000" cy="219000"/>
          </a:xfrm>
          <a:prstGeom prst="rect">
            <a:avLst/>
          </a:prstGeom>
          <a:noFill/>
          <a:ln>
            <a:noFill/>
          </a:ln>
        </p:spPr>
        <p:txBody>
          <a:bodyPr anchorCtr="0" anchor="ctr" bIns="0" lIns="0" spcFirstLastPara="1" rIns="0" wrap="square" tIns="0">
            <a:noAutofit/>
          </a:bodyPr>
          <a:lstStyle/>
          <a:p>
            <a:pPr indent="0" lvl="0" marL="0" marR="0" rtl="0" algn="ctr">
              <a:lnSpc>
                <a:spcPct val="110518"/>
              </a:lnSpc>
              <a:spcBef>
                <a:spcPts val="0"/>
              </a:spcBef>
              <a:spcAft>
                <a:spcPts val="0"/>
              </a:spcAft>
              <a:buClr>
                <a:srgbClr val="000000"/>
              </a:buClr>
              <a:buSzPts val="1350"/>
              <a:buFont typeface="DM Sans"/>
              <a:buNone/>
            </a:pPr>
            <a:r>
              <a:rPr b="0" i="0" lang="en-US" sz="1200" u="none" cap="none" strike="noStrike">
                <a:solidFill>
                  <a:srgbClr val="000000"/>
                </a:solidFill>
                <a:latin typeface="DM Sans"/>
                <a:ea typeface="DM Sans"/>
                <a:cs typeface="DM Sans"/>
                <a:sym typeface="DM Sans"/>
              </a:rPr>
              <a:t>Jan 07 — Beta Launch</a:t>
            </a:r>
            <a:endParaRPr b="0" i="0" sz="1200" u="none" cap="none" strike="noStrike">
              <a:solidFill>
                <a:schemeClr val="dk1"/>
              </a:solidFill>
              <a:latin typeface="Calibri"/>
              <a:ea typeface="Calibri"/>
              <a:cs typeface="Calibri"/>
              <a:sym typeface="Calibri"/>
            </a:endParaRPr>
          </a:p>
        </p:txBody>
      </p:sp>
      <p:sp>
        <p:nvSpPr>
          <p:cNvPr id="201" name="Google Shape;201;p9"/>
          <p:cNvSpPr/>
          <p:nvPr/>
        </p:nvSpPr>
        <p:spPr>
          <a:xfrm>
            <a:off x="12868275" y="7734300"/>
            <a:ext cx="1743000" cy="219000"/>
          </a:xfrm>
          <a:prstGeom prst="rect">
            <a:avLst/>
          </a:prstGeom>
          <a:noFill/>
          <a:ln>
            <a:noFill/>
          </a:ln>
        </p:spPr>
        <p:txBody>
          <a:bodyPr anchorCtr="0" anchor="ctr" bIns="0" lIns="0" spcFirstLastPara="1" rIns="0" wrap="square" tIns="0">
            <a:noAutofit/>
          </a:bodyPr>
          <a:lstStyle/>
          <a:p>
            <a:pPr indent="0" lvl="0" marL="0" marR="0" rtl="0" algn="ctr">
              <a:lnSpc>
                <a:spcPct val="110518"/>
              </a:lnSpc>
              <a:spcBef>
                <a:spcPts val="0"/>
              </a:spcBef>
              <a:spcAft>
                <a:spcPts val="0"/>
              </a:spcAft>
              <a:buClr>
                <a:srgbClr val="FFFFFF"/>
              </a:buClr>
              <a:buSzPts val="1350"/>
              <a:buFont typeface="DM Sans"/>
              <a:buNone/>
            </a:pPr>
            <a:r>
              <a:rPr b="0" i="0" lang="en-US" sz="1200" u="none" cap="none" strike="noStrike">
                <a:solidFill>
                  <a:srgbClr val="FFFFFF"/>
                </a:solidFill>
                <a:latin typeface="DM Sans"/>
                <a:ea typeface="DM Sans"/>
                <a:cs typeface="DM Sans"/>
                <a:sym typeface="DM Sans"/>
              </a:rPr>
              <a:t>Jan 07 — Beta Launch</a:t>
            </a:r>
            <a:endParaRPr b="0" i="0" sz="1200" u="none" cap="none" strike="noStrike">
              <a:solidFill>
                <a:schemeClr val="dk1"/>
              </a:solidFill>
              <a:latin typeface="Calibri"/>
              <a:ea typeface="Calibri"/>
              <a:cs typeface="Calibri"/>
              <a:sym typeface="Calibri"/>
            </a:endParaRPr>
          </a:p>
        </p:txBody>
      </p:sp>
      <p:sp>
        <p:nvSpPr>
          <p:cNvPr id="202" name="Google Shape;202;p9"/>
          <p:cNvSpPr/>
          <p:nvPr/>
        </p:nvSpPr>
        <p:spPr>
          <a:xfrm>
            <a:off x="17564100" y="6772275"/>
            <a:ext cx="1743000" cy="219000"/>
          </a:xfrm>
          <a:prstGeom prst="rect">
            <a:avLst/>
          </a:prstGeom>
          <a:noFill/>
          <a:ln>
            <a:noFill/>
          </a:ln>
        </p:spPr>
        <p:txBody>
          <a:bodyPr anchorCtr="0" anchor="ctr" bIns="0" lIns="0" spcFirstLastPara="1" rIns="0" wrap="square" tIns="0">
            <a:noAutofit/>
          </a:bodyPr>
          <a:lstStyle/>
          <a:p>
            <a:pPr indent="0" lvl="0" marL="0" marR="0" rtl="0" algn="ctr">
              <a:lnSpc>
                <a:spcPct val="110518"/>
              </a:lnSpc>
              <a:spcBef>
                <a:spcPts val="0"/>
              </a:spcBef>
              <a:spcAft>
                <a:spcPts val="0"/>
              </a:spcAft>
              <a:buClr>
                <a:srgbClr val="000000"/>
              </a:buClr>
              <a:buSzPts val="1350"/>
              <a:buFont typeface="DM Sans"/>
              <a:buNone/>
            </a:pPr>
            <a:r>
              <a:rPr b="0" i="0" lang="en-US" sz="1200" u="none" cap="none" strike="noStrike">
                <a:solidFill>
                  <a:srgbClr val="000000"/>
                </a:solidFill>
                <a:latin typeface="DM Sans"/>
                <a:ea typeface="DM Sans"/>
                <a:cs typeface="DM Sans"/>
                <a:sym typeface="DM Sans"/>
              </a:rPr>
              <a:t>Jan 07 — Beta Launch</a:t>
            </a:r>
            <a:endParaRPr b="0" i="0" sz="1200" u="none" cap="none" strike="noStrike">
              <a:solidFill>
                <a:schemeClr val="dk1"/>
              </a:solidFill>
              <a:latin typeface="Calibri"/>
              <a:ea typeface="Calibri"/>
              <a:cs typeface="Calibri"/>
              <a:sym typeface="Calibri"/>
            </a:endParaRPr>
          </a:p>
        </p:txBody>
      </p:sp>
      <p:sp>
        <p:nvSpPr>
          <p:cNvPr id="203" name="Google Shape;203;p9"/>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204" name="Google Shape;204;p9"/>
          <p:cNvSpPr/>
          <p:nvPr/>
        </p:nvSpPr>
        <p:spPr>
          <a:xfrm>
            <a:off x="17176400" y="152400"/>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b="0" i="0" lang="en-US" sz="900" u="none" cap="none" strike="noStrike">
                <a:solidFill>
                  <a:srgbClr val="000000"/>
                </a:solidFill>
                <a:latin typeface="DM Mono"/>
                <a:ea typeface="DM Mono"/>
                <a:cs typeface="DM Mono"/>
                <a:sym typeface="DM Mono"/>
              </a:rPr>
              <a:t>PRESENTATION</a:t>
            </a:r>
            <a:br>
              <a:rPr b="0" i="0" lang="en-US" sz="900" u="none" cap="none" strike="noStrike">
                <a:solidFill>
                  <a:srgbClr val="000000"/>
                </a:solidFill>
                <a:latin typeface="DM Mono"/>
                <a:ea typeface="DM Mono"/>
                <a:cs typeface="DM Mono"/>
                <a:sym typeface="DM Mono"/>
              </a:rPr>
            </a:br>
            <a:endParaRPr b="0" i="0" sz="900" u="none" cap="none" strike="noStrike">
              <a:solidFill>
                <a:schemeClr val="dk1"/>
              </a:solidFill>
              <a:latin typeface="Calibri"/>
              <a:ea typeface="Calibri"/>
              <a:cs typeface="Calibri"/>
              <a:sym typeface="Calibri"/>
            </a:endParaRPr>
          </a:p>
        </p:txBody>
      </p:sp>
      <p:sp>
        <p:nvSpPr>
          <p:cNvPr id="205" name="Google Shape;205;p9"/>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206" name="Google Shape;206;p9"/>
          <p:cNvPicPr preferRelativeResize="0"/>
          <p:nvPr/>
        </p:nvPicPr>
        <p:blipFill>
          <a:blip r:embed="rId8">
            <a:alphaModFix/>
          </a:blip>
          <a:stretch>
            <a:fillRect/>
          </a:stretch>
        </p:blipFill>
        <p:spPr>
          <a:xfrm>
            <a:off x="152400" y="152400"/>
            <a:ext cx="751612" cy="35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211" name="Shape 211"/>
        <p:cNvGrpSpPr/>
        <p:nvPr/>
      </p:nvGrpSpPr>
      <p:grpSpPr>
        <a:xfrm>
          <a:off x="0" y="0"/>
          <a:ext cx="0" cy="0"/>
          <a:chOff x="0" y="0"/>
          <a:chExt cx="0" cy="0"/>
        </a:xfrm>
      </p:grpSpPr>
      <p:pic>
        <p:nvPicPr>
          <p:cNvPr descr="preencoded.png" id="212" name="Google Shape;212;p10"/>
          <p:cNvPicPr preferRelativeResize="0"/>
          <p:nvPr/>
        </p:nvPicPr>
        <p:blipFill rotWithShape="1">
          <a:blip r:embed="rId3">
            <a:alphaModFix/>
          </a:blip>
          <a:srcRect b="0" l="0" r="0" t="0"/>
          <a:stretch/>
        </p:blipFill>
        <p:spPr>
          <a:xfrm>
            <a:off x="9220200" y="1538287"/>
            <a:ext cx="8458200" cy="18288"/>
          </a:xfrm>
          <a:prstGeom prst="rect">
            <a:avLst/>
          </a:prstGeom>
          <a:noFill/>
          <a:ln>
            <a:noFill/>
          </a:ln>
        </p:spPr>
      </p:pic>
      <p:pic>
        <p:nvPicPr>
          <p:cNvPr descr="preencoded.png" id="213" name="Google Shape;213;p10"/>
          <p:cNvPicPr preferRelativeResize="0"/>
          <p:nvPr/>
        </p:nvPicPr>
        <p:blipFill rotWithShape="1">
          <a:blip r:embed="rId3">
            <a:alphaModFix/>
          </a:blip>
          <a:srcRect b="0" l="0" r="0" t="0"/>
          <a:stretch/>
        </p:blipFill>
        <p:spPr>
          <a:xfrm>
            <a:off x="9220200" y="5545236"/>
            <a:ext cx="8458200" cy="18288"/>
          </a:xfrm>
          <a:prstGeom prst="rect">
            <a:avLst/>
          </a:prstGeom>
          <a:noFill/>
          <a:ln>
            <a:noFill/>
          </a:ln>
        </p:spPr>
      </p:pic>
      <p:pic>
        <p:nvPicPr>
          <p:cNvPr descr="preencoded.png" id="214" name="Google Shape;214;p10"/>
          <p:cNvPicPr preferRelativeResize="0"/>
          <p:nvPr/>
        </p:nvPicPr>
        <p:blipFill rotWithShape="1">
          <a:blip r:embed="rId4">
            <a:alphaModFix/>
          </a:blip>
          <a:srcRect b="0" l="0" r="0" t="0"/>
          <a:stretch/>
        </p:blipFill>
        <p:spPr>
          <a:xfrm>
            <a:off x="152400" y="652463"/>
            <a:ext cx="17983197" cy="18288"/>
          </a:xfrm>
          <a:prstGeom prst="rect">
            <a:avLst/>
          </a:prstGeom>
          <a:noFill/>
          <a:ln>
            <a:noFill/>
          </a:ln>
        </p:spPr>
      </p:pic>
      <p:sp>
        <p:nvSpPr>
          <p:cNvPr id="215" name="Google Shape;215;p10"/>
          <p:cNvSpPr/>
          <p:nvPr/>
        </p:nvSpPr>
        <p:spPr>
          <a:xfrm>
            <a:off x="9220200" y="1057275"/>
            <a:ext cx="2054100" cy="2571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COST ESTIMATE</a:t>
            </a:r>
            <a:endParaRPr b="0" i="0" sz="1575" u="none" cap="none" strike="noStrike">
              <a:solidFill>
                <a:schemeClr val="dk1"/>
              </a:solidFill>
              <a:latin typeface="Calibri"/>
              <a:ea typeface="Calibri"/>
              <a:cs typeface="Calibri"/>
              <a:sym typeface="Calibri"/>
            </a:endParaRPr>
          </a:p>
        </p:txBody>
      </p:sp>
      <p:sp>
        <p:nvSpPr>
          <p:cNvPr id="216" name="Google Shape;216;p10"/>
          <p:cNvSpPr/>
          <p:nvPr/>
        </p:nvSpPr>
        <p:spPr>
          <a:xfrm>
            <a:off x="16887825" y="1057275"/>
            <a:ext cx="790500" cy="257100"/>
          </a:xfrm>
          <a:prstGeom prst="rect">
            <a:avLst/>
          </a:prstGeom>
          <a:noFill/>
          <a:ln>
            <a:noFill/>
          </a:ln>
        </p:spPr>
        <p:txBody>
          <a:bodyPr anchorCtr="0" anchor="t" bIns="0" lIns="0" spcFirstLastPara="1" rIns="0" wrap="square" tIns="0">
            <a:noAutofit/>
          </a:bodyPr>
          <a:lstStyle/>
          <a:p>
            <a:pPr indent="0" lvl="0" marL="0" marR="0" rtl="0" algn="r">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 (GBP)</a:t>
            </a:r>
            <a:endParaRPr b="0" i="0" sz="1575" u="none" cap="none" strike="noStrike">
              <a:solidFill>
                <a:schemeClr val="dk1"/>
              </a:solidFill>
              <a:latin typeface="Calibri"/>
              <a:ea typeface="Calibri"/>
              <a:cs typeface="Calibri"/>
              <a:sym typeface="Calibri"/>
            </a:endParaRPr>
          </a:p>
        </p:txBody>
      </p:sp>
      <p:sp>
        <p:nvSpPr>
          <p:cNvPr id="217" name="Google Shape;217;p10"/>
          <p:cNvSpPr/>
          <p:nvPr/>
        </p:nvSpPr>
        <p:spPr>
          <a:xfrm>
            <a:off x="9220200" y="1695450"/>
            <a:ext cx="6518100" cy="25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US" sz="1700">
                <a:solidFill>
                  <a:schemeClr val="dk1"/>
                </a:solidFill>
                <a:latin typeface="DM Sans"/>
                <a:ea typeface="DM Sans"/>
                <a:cs typeface="DM Sans"/>
                <a:sym typeface="DM Sans"/>
              </a:rPr>
              <a:t>Core Roadshow Experience Web App Design &amp; Build</a:t>
            </a:r>
            <a:endParaRPr b="0" i="0" sz="1575" u="none" cap="none" strike="noStrike">
              <a:solidFill>
                <a:schemeClr val="dk1"/>
              </a:solidFill>
              <a:latin typeface="Calibri"/>
              <a:ea typeface="Calibri"/>
              <a:cs typeface="Calibri"/>
              <a:sym typeface="Calibri"/>
            </a:endParaRPr>
          </a:p>
        </p:txBody>
      </p:sp>
      <p:sp>
        <p:nvSpPr>
          <p:cNvPr id="218" name="Google Shape;218;p10"/>
          <p:cNvSpPr/>
          <p:nvPr/>
        </p:nvSpPr>
        <p:spPr>
          <a:xfrm>
            <a:off x="9220200" y="1990725"/>
            <a:ext cx="7229700" cy="32118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None/>
            </a:pPr>
            <a:r>
              <a:rPr b="1" lang="en-US" sz="1575">
                <a:latin typeface="DM Sans"/>
                <a:ea typeface="DM Sans"/>
                <a:cs typeface="DM Sans"/>
                <a:sym typeface="DM Sans"/>
              </a:rPr>
              <a:t>Tasks</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UI screens and full experience design updates</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Agent Experience build updates</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Leaderboard integration into presentation build</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Support (includes 0.5 day per week of tour)</a:t>
            </a:r>
            <a:endParaRPr sz="1575">
              <a:latin typeface="DM Sans"/>
              <a:ea typeface="DM Sans"/>
              <a:cs typeface="DM Sans"/>
              <a:sym typeface="DM Sans"/>
            </a:endParaRPr>
          </a:p>
          <a:p>
            <a:pPr indent="0" lvl="0" marL="0" marR="0" rtl="0" algn="l">
              <a:lnSpc>
                <a:spcPct val="110476"/>
              </a:lnSpc>
              <a:spcBef>
                <a:spcPts val="0"/>
              </a:spcBef>
              <a:spcAft>
                <a:spcPts val="0"/>
              </a:spcAft>
              <a:buNone/>
            </a:pPr>
            <a:r>
              <a:t/>
            </a:r>
            <a:endParaRPr sz="1575">
              <a:latin typeface="DM Sans"/>
              <a:ea typeface="DM Sans"/>
              <a:cs typeface="DM Sans"/>
              <a:sym typeface="DM Sans"/>
            </a:endParaRPr>
          </a:p>
          <a:p>
            <a:pPr indent="0" lvl="0" marL="0" marR="0" rtl="0" algn="l">
              <a:lnSpc>
                <a:spcPct val="110476"/>
              </a:lnSpc>
              <a:spcBef>
                <a:spcPts val="0"/>
              </a:spcBef>
              <a:spcAft>
                <a:spcPts val="0"/>
              </a:spcAft>
              <a:buNone/>
            </a:pPr>
            <a:r>
              <a:rPr b="1" lang="en-US" sz="1575">
                <a:latin typeface="DM Sans"/>
                <a:ea typeface="DM Sans"/>
                <a:cs typeface="DM Sans"/>
                <a:sym typeface="DM Sans"/>
              </a:rPr>
              <a:t>Team:</a:t>
            </a:r>
            <a:endParaRPr b="1" sz="1575">
              <a:latin typeface="DM Sans"/>
              <a:ea typeface="DM Sans"/>
              <a:cs typeface="DM Sans"/>
              <a:sym typeface="DM Sans"/>
            </a:endParaRPr>
          </a:p>
          <a:p>
            <a:pPr indent="0" lvl="0" marL="0" marR="0" rtl="0" algn="l">
              <a:lnSpc>
                <a:spcPct val="110476"/>
              </a:lnSpc>
              <a:spcBef>
                <a:spcPts val="0"/>
              </a:spcBef>
              <a:spcAft>
                <a:spcPts val="0"/>
              </a:spcAft>
              <a:buNone/>
            </a:pPr>
            <a:r>
              <a:rPr lang="en-US" sz="1575">
                <a:latin typeface="DM Sans"/>
                <a:ea typeface="DM Sans"/>
                <a:cs typeface="DM Sans"/>
                <a:sym typeface="DM Sans"/>
              </a:rPr>
              <a:t>UX/UI Designer, Experience Lead, Delivery Lead, Tech Lead, Frontend Developer, Backend Developer</a:t>
            </a:r>
            <a:endParaRPr sz="1575">
              <a:latin typeface="DM Sans"/>
              <a:ea typeface="DM Sans"/>
              <a:cs typeface="DM Sans"/>
              <a:sym typeface="DM Sans"/>
            </a:endParaRPr>
          </a:p>
          <a:p>
            <a:pPr indent="0" lvl="0" marL="0" marR="0" rtl="0" algn="l">
              <a:lnSpc>
                <a:spcPct val="110476"/>
              </a:lnSpc>
              <a:spcBef>
                <a:spcPts val="0"/>
              </a:spcBef>
              <a:spcAft>
                <a:spcPts val="0"/>
              </a:spcAft>
              <a:buNone/>
            </a:pPr>
            <a:r>
              <a:t/>
            </a:r>
            <a:endParaRPr sz="1575">
              <a:latin typeface="DM Sans"/>
              <a:ea typeface="DM Sans"/>
              <a:cs typeface="DM Sans"/>
              <a:sym typeface="DM Sans"/>
            </a:endParaRPr>
          </a:p>
          <a:p>
            <a:pPr indent="0" lvl="0" marL="0" marR="0" rtl="0" algn="l">
              <a:lnSpc>
                <a:spcPct val="110476"/>
              </a:lnSpc>
              <a:spcBef>
                <a:spcPts val="0"/>
              </a:spcBef>
              <a:spcAft>
                <a:spcPts val="0"/>
              </a:spcAft>
              <a:buNone/>
            </a:pPr>
            <a:r>
              <a:rPr b="1" lang="en-US" sz="1575">
                <a:latin typeface="DM Sans"/>
                <a:ea typeface="DM Sans"/>
                <a:cs typeface="DM Sans"/>
                <a:sym typeface="DM Sans"/>
              </a:rPr>
              <a:t>Duration:</a:t>
            </a:r>
            <a:endParaRPr b="1" sz="1575">
              <a:latin typeface="DM Sans"/>
              <a:ea typeface="DM Sans"/>
              <a:cs typeface="DM Sans"/>
              <a:sym typeface="DM Sans"/>
            </a:endParaRPr>
          </a:p>
          <a:p>
            <a:pPr indent="0" lvl="0" marL="0" marR="0" rtl="0" algn="l">
              <a:lnSpc>
                <a:spcPct val="110476"/>
              </a:lnSpc>
              <a:spcBef>
                <a:spcPts val="0"/>
              </a:spcBef>
              <a:spcAft>
                <a:spcPts val="0"/>
              </a:spcAft>
              <a:buNone/>
            </a:pPr>
            <a:r>
              <a:rPr lang="en-US" sz="1575">
                <a:latin typeface="DM Sans"/>
                <a:ea typeface="DM Sans"/>
                <a:cs typeface="DM Sans"/>
                <a:sym typeface="DM Sans"/>
              </a:rPr>
              <a:t>2</a:t>
            </a:r>
            <a:r>
              <a:rPr lang="en-US" sz="1575">
                <a:latin typeface="DM Sans"/>
                <a:ea typeface="DM Sans"/>
                <a:cs typeface="DM Sans"/>
                <a:sym typeface="DM Sans"/>
              </a:rPr>
              <a:t> weeks + Tour duration adhoc support</a:t>
            </a:r>
            <a:endParaRPr sz="1575">
              <a:latin typeface="DM Sans"/>
              <a:ea typeface="DM Sans"/>
              <a:cs typeface="DM Sans"/>
              <a:sym typeface="DM Sans"/>
            </a:endParaRPr>
          </a:p>
        </p:txBody>
      </p:sp>
      <p:sp>
        <p:nvSpPr>
          <p:cNvPr id="219" name="Google Shape;219;p10"/>
          <p:cNvSpPr/>
          <p:nvPr/>
        </p:nvSpPr>
        <p:spPr>
          <a:xfrm>
            <a:off x="16493050" y="1695450"/>
            <a:ext cx="1185600" cy="257100"/>
          </a:xfrm>
          <a:prstGeom prst="rect">
            <a:avLst/>
          </a:prstGeom>
          <a:noFill/>
          <a:ln>
            <a:noFill/>
          </a:ln>
        </p:spPr>
        <p:txBody>
          <a:bodyPr anchorCtr="0" anchor="t" bIns="0" lIns="0" spcFirstLastPara="1" rIns="0" wrap="square" tIns="0">
            <a:noAutofit/>
          </a:bodyPr>
          <a:lstStyle/>
          <a:p>
            <a:pPr indent="0" lvl="0" marL="0" marR="0" rtl="0" algn="r">
              <a:lnSpc>
                <a:spcPct val="110476"/>
              </a:lnSpc>
              <a:spcBef>
                <a:spcPts val="0"/>
              </a:spcBef>
              <a:spcAft>
                <a:spcPts val="0"/>
              </a:spcAft>
              <a:buClr>
                <a:srgbClr val="000000"/>
              </a:buClr>
              <a:buSzPts val="1575"/>
              <a:buFont typeface="DM Sans"/>
              <a:buNone/>
            </a:pPr>
            <a:r>
              <a:rPr lang="en-US" sz="1575">
                <a:solidFill>
                  <a:schemeClr val="dk1"/>
                </a:solidFill>
                <a:latin typeface="DM Sans"/>
                <a:ea typeface="DM Sans"/>
                <a:cs typeface="DM Sans"/>
                <a:sym typeface="DM Sans"/>
              </a:rPr>
              <a:t>£14,700</a:t>
            </a:r>
            <a:endParaRPr i="0" sz="1575" u="none" cap="none" strike="noStrike">
              <a:solidFill>
                <a:schemeClr val="dk1"/>
              </a:solidFill>
              <a:latin typeface="DM Sans"/>
              <a:ea typeface="DM Sans"/>
              <a:cs typeface="DM Sans"/>
              <a:sym typeface="DM Sans"/>
            </a:endParaRPr>
          </a:p>
        </p:txBody>
      </p:sp>
      <p:sp>
        <p:nvSpPr>
          <p:cNvPr id="220" name="Google Shape;220;p10"/>
          <p:cNvSpPr/>
          <p:nvPr/>
        </p:nvSpPr>
        <p:spPr>
          <a:xfrm>
            <a:off x="152400" y="904875"/>
            <a:ext cx="8982000" cy="8955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7800"/>
              <a:buFont typeface="League Gothic"/>
              <a:buNone/>
            </a:pPr>
            <a:r>
              <a:rPr b="0" i="0" lang="en-US" sz="7800" u="none" cap="none" strike="noStrike">
                <a:solidFill>
                  <a:srgbClr val="000000"/>
                </a:solidFill>
                <a:latin typeface="League Gothic"/>
                <a:ea typeface="League Gothic"/>
                <a:cs typeface="League Gothic"/>
                <a:sym typeface="League Gothic"/>
              </a:rPr>
              <a:t>Cost </a:t>
            </a:r>
            <a:r>
              <a:rPr lang="en-US" sz="7800">
                <a:latin typeface="League Gothic"/>
                <a:ea typeface="League Gothic"/>
                <a:cs typeface="League Gothic"/>
                <a:sym typeface="League Gothic"/>
              </a:rPr>
              <a:t>B</a:t>
            </a:r>
            <a:r>
              <a:rPr b="0" i="0" lang="en-US" sz="7800" u="none" cap="none" strike="noStrike">
                <a:solidFill>
                  <a:srgbClr val="000000"/>
                </a:solidFill>
                <a:latin typeface="League Gothic"/>
                <a:ea typeface="League Gothic"/>
                <a:cs typeface="League Gothic"/>
                <a:sym typeface="League Gothic"/>
              </a:rPr>
              <a:t>reakdown</a:t>
            </a:r>
            <a:endParaRPr b="0" i="0" sz="7800" u="none" cap="none" strike="noStrike">
              <a:solidFill>
                <a:schemeClr val="dk1"/>
              </a:solidFill>
              <a:latin typeface="Calibri"/>
              <a:ea typeface="Calibri"/>
              <a:cs typeface="Calibri"/>
              <a:sym typeface="Calibri"/>
            </a:endParaRPr>
          </a:p>
        </p:txBody>
      </p:sp>
      <p:sp>
        <p:nvSpPr>
          <p:cNvPr id="221" name="Google Shape;221;p10"/>
          <p:cNvSpPr/>
          <p:nvPr/>
        </p:nvSpPr>
        <p:spPr>
          <a:xfrm>
            <a:off x="152400" y="3844800"/>
            <a:ext cx="8015100" cy="5756400"/>
          </a:xfrm>
          <a:prstGeom prst="rect">
            <a:avLst/>
          </a:prstGeom>
          <a:noFill/>
          <a:ln>
            <a:noFill/>
          </a:ln>
        </p:spPr>
        <p:txBody>
          <a:bodyPr anchorCtr="0" anchor="b" bIns="0" lIns="0" spcFirstLastPara="1" rIns="0" wrap="square" tIns="0">
            <a:noAutofit/>
          </a:bodyPr>
          <a:lstStyle/>
          <a:p>
            <a:pPr indent="0" lvl="0" marL="0" rtl="0" algn="l">
              <a:lnSpc>
                <a:spcPct val="110476"/>
              </a:lnSpc>
              <a:spcBef>
                <a:spcPts val="0"/>
              </a:spcBef>
              <a:spcAft>
                <a:spcPts val="0"/>
              </a:spcAft>
              <a:buClr>
                <a:schemeClr val="dk1"/>
              </a:buClr>
              <a:buSzPts val="1100"/>
              <a:buFont typeface="Arial"/>
              <a:buNone/>
            </a:pPr>
            <a:r>
              <a:t/>
            </a:r>
            <a:endParaRPr sz="1575">
              <a:latin typeface="DM Sans"/>
              <a:ea typeface="DM Sans"/>
              <a:cs typeface="DM Sans"/>
              <a:sym typeface="DM Sans"/>
            </a:endParaRPr>
          </a:p>
          <a:p>
            <a:pPr indent="0" lvl="0" marL="0" rtl="0" algn="l">
              <a:lnSpc>
                <a:spcPct val="110476"/>
              </a:lnSpc>
              <a:spcBef>
                <a:spcPts val="0"/>
              </a:spcBef>
              <a:spcAft>
                <a:spcPts val="0"/>
              </a:spcAft>
              <a:buClr>
                <a:schemeClr val="dk1"/>
              </a:buClr>
              <a:buSzPts val="1100"/>
              <a:buFont typeface="Arial"/>
              <a:buNone/>
            </a:pPr>
            <a:r>
              <a:t/>
            </a:r>
            <a:endParaRPr sz="1575">
              <a:latin typeface="DM Sans"/>
              <a:ea typeface="DM Sans"/>
              <a:cs typeface="DM Sans"/>
              <a:sym typeface="DM Sans"/>
            </a:endParaRPr>
          </a:p>
          <a:p>
            <a:pPr indent="0" lvl="0" marL="0" rtl="0" algn="l">
              <a:lnSpc>
                <a:spcPct val="110476"/>
              </a:lnSpc>
              <a:spcBef>
                <a:spcPts val="0"/>
              </a:spcBef>
              <a:spcAft>
                <a:spcPts val="0"/>
              </a:spcAft>
              <a:buClr>
                <a:schemeClr val="dk1"/>
              </a:buClr>
              <a:buSzPts val="1100"/>
              <a:buFont typeface="Arial"/>
              <a:buNone/>
            </a:pPr>
            <a:r>
              <a:rPr b="1" lang="en-US" sz="2400">
                <a:latin typeface="DM Sans"/>
                <a:ea typeface="DM Sans"/>
                <a:cs typeface="DM Sans"/>
                <a:sym typeface="DM Sans"/>
              </a:rPr>
              <a:t>Assumptions &amp; Exclusions</a:t>
            </a:r>
            <a:endParaRPr b="1" sz="2400">
              <a:latin typeface="DM Sans"/>
              <a:ea typeface="DM Sans"/>
              <a:cs typeface="DM Sans"/>
              <a:sym typeface="DM Sans"/>
            </a:endParaRPr>
          </a:p>
          <a:p>
            <a:pPr indent="0" lvl="0" marL="0" rtl="0" algn="l">
              <a:lnSpc>
                <a:spcPct val="110476"/>
              </a:lnSpc>
              <a:spcBef>
                <a:spcPts val="0"/>
              </a:spcBef>
              <a:spcAft>
                <a:spcPts val="0"/>
              </a:spcAft>
              <a:buClr>
                <a:schemeClr val="dk1"/>
              </a:buClr>
              <a:buSzPts val="1100"/>
              <a:buFont typeface="Arial"/>
              <a:buNone/>
            </a:pPr>
            <a:r>
              <a:t/>
            </a:r>
            <a:endParaRPr sz="1575">
              <a:latin typeface="DM Sans"/>
              <a:ea typeface="DM Sans"/>
              <a:cs typeface="DM Sans"/>
              <a:sym typeface="DM Sans"/>
            </a:endParaRPr>
          </a:p>
          <a:p>
            <a:pPr indent="0" lvl="0" marL="0" rtl="0" algn="l">
              <a:lnSpc>
                <a:spcPct val="110476"/>
              </a:lnSpc>
              <a:spcBef>
                <a:spcPts val="0"/>
              </a:spcBef>
              <a:spcAft>
                <a:spcPts val="0"/>
              </a:spcAft>
              <a:buClr>
                <a:schemeClr val="dk1"/>
              </a:buClr>
              <a:buSzPts val="1100"/>
              <a:buFont typeface="Arial"/>
              <a:buNone/>
            </a:pPr>
            <a:r>
              <a:rPr lang="en-US" sz="1575">
                <a:latin typeface="DM Sans"/>
                <a:ea typeface="DM Sans"/>
                <a:cs typeface="DM Sans"/>
                <a:sym typeface="DM Sans"/>
              </a:rPr>
              <a:t>These costs are for project resources for the delivery of the Samsung Roadshow experience, not including hardware of usage costs. Any additional third party costs including licensing and hosting are not included and will be flagged as part of the project.</a:t>
            </a:r>
            <a:endParaRPr sz="1575">
              <a:latin typeface="DM Sans"/>
              <a:ea typeface="DM Sans"/>
              <a:cs typeface="DM Sans"/>
              <a:sym typeface="DM Sans"/>
            </a:endParaRPr>
          </a:p>
          <a:p>
            <a:pPr indent="0" lvl="0" marL="457200" rtl="0" algn="l">
              <a:lnSpc>
                <a:spcPct val="110476"/>
              </a:lnSpc>
              <a:spcBef>
                <a:spcPts val="0"/>
              </a:spcBef>
              <a:spcAft>
                <a:spcPts val="0"/>
              </a:spcAft>
              <a:buNone/>
            </a:pPr>
            <a:r>
              <a:t/>
            </a:r>
            <a:endParaRPr sz="1575">
              <a:latin typeface="DM Sans"/>
              <a:ea typeface="DM Sans"/>
              <a:cs typeface="DM Sans"/>
              <a:sym typeface="DM Sans"/>
            </a:endParaRPr>
          </a:p>
          <a:p>
            <a:pPr indent="-328613" lvl="0" marL="457200" rtl="0" algn="l">
              <a:lnSpc>
                <a:spcPct val="110476"/>
              </a:lnSpc>
              <a:spcBef>
                <a:spcPts val="0"/>
              </a:spcBef>
              <a:spcAft>
                <a:spcPts val="0"/>
              </a:spcAft>
              <a:buSzPts val="1575"/>
              <a:buFont typeface="DM Sans"/>
              <a:buChar char="●"/>
            </a:pPr>
            <a:r>
              <a:rPr lang="en-US" sz="1575">
                <a:latin typeface="DM Sans"/>
                <a:ea typeface="DM Sans"/>
                <a:cs typeface="DM Sans"/>
                <a:sym typeface="DM Sans"/>
              </a:rPr>
              <a:t>Connectivity: Locations must have good WIFI connections; no fallback 4G dongle provision is included in this scope.</a:t>
            </a:r>
            <a:endParaRPr sz="1575">
              <a:latin typeface="DM Sans"/>
              <a:ea typeface="DM Sans"/>
              <a:cs typeface="DM Sans"/>
              <a:sym typeface="DM Sans"/>
            </a:endParaRPr>
          </a:p>
          <a:p>
            <a:pPr indent="0" lvl="0" marL="0" rtl="0" algn="l">
              <a:lnSpc>
                <a:spcPct val="110476"/>
              </a:lnSpc>
              <a:spcBef>
                <a:spcPts val="0"/>
              </a:spcBef>
              <a:spcAft>
                <a:spcPts val="0"/>
              </a:spcAft>
              <a:buNone/>
            </a:pPr>
            <a:r>
              <a:t/>
            </a:r>
            <a:endParaRPr sz="200">
              <a:latin typeface="DM Sans"/>
              <a:ea typeface="DM Sans"/>
              <a:cs typeface="DM Sans"/>
              <a:sym typeface="DM Sans"/>
            </a:endParaRPr>
          </a:p>
          <a:p>
            <a:pPr indent="-328613" lvl="0" marL="457200" rtl="0" algn="l">
              <a:lnSpc>
                <a:spcPct val="110476"/>
              </a:lnSpc>
              <a:spcBef>
                <a:spcPts val="0"/>
              </a:spcBef>
              <a:spcAft>
                <a:spcPts val="0"/>
              </a:spcAft>
              <a:buSzPts val="1575"/>
              <a:buFont typeface="DM Sans"/>
              <a:buChar char="●"/>
            </a:pPr>
            <a:r>
              <a:rPr lang="en-US" sz="1575">
                <a:latin typeface="DM Sans"/>
                <a:ea typeface="DM Sans"/>
                <a:cs typeface="DM Sans"/>
                <a:sym typeface="DM Sans"/>
              </a:rPr>
              <a:t>Hardware: These costs are for project resources for the delivery of the experience only; this estimate does not include hardware or usage costs. The Photo Booth printer must be supplied by Blue Square.</a:t>
            </a:r>
            <a:endParaRPr sz="1575">
              <a:latin typeface="DM Sans"/>
              <a:ea typeface="DM Sans"/>
              <a:cs typeface="DM Sans"/>
              <a:sym typeface="DM Sans"/>
            </a:endParaRPr>
          </a:p>
          <a:p>
            <a:pPr indent="0" lvl="0" marL="0" rtl="0" algn="l">
              <a:lnSpc>
                <a:spcPct val="110476"/>
              </a:lnSpc>
              <a:spcBef>
                <a:spcPts val="0"/>
              </a:spcBef>
              <a:spcAft>
                <a:spcPts val="0"/>
              </a:spcAft>
              <a:buNone/>
            </a:pPr>
            <a:r>
              <a:t/>
            </a:r>
            <a:endParaRPr sz="200">
              <a:latin typeface="DM Sans"/>
              <a:ea typeface="DM Sans"/>
              <a:cs typeface="DM Sans"/>
              <a:sym typeface="DM Sans"/>
            </a:endParaRPr>
          </a:p>
          <a:p>
            <a:pPr indent="-328613" lvl="0" marL="457200" rtl="0" algn="l">
              <a:lnSpc>
                <a:spcPct val="110476"/>
              </a:lnSpc>
              <a:spcBef>
                <a:spcPts val="0"/>
              </a:spcBef>
              <a:spcAft>
                <a:spcPts val="0"/>
              </a:spcAft>
              <a:buSzPts val="1575"/>
              <a:buFont typeface="DM Sans"/>
              <a:buChar char="●"/>
            </a:pPr>
            <a:r>
              <a:rPr lang="en-US" sz="1575">
                <a:latin typeface="DM Sans"/>
                <a:ea typeface="DM Sans"/>
                <a:cs typeface="DM Sans"/>
                <a:sym typeface="DM Sans"/>
              </a:rPr>
              <a:t>Fulfilment: Prize fulfilment and staffing are to be carried out by Blue Square.</a:t>
            </a:r>
            <a:endParaRPr sz="1575">
              <a:latin typeface="DM Sans"/>
              <a:ea typeface="DM Sans"/>
              <a:cs typeface="DM Sans"/>
              <a:sym typeface="DM Sans"/>
            </a:endParaRPr>
          </a:p>
          <a:p>
            <a:pPr indent="0" lvl="0" marL="0" rtl="0" algn="l">
              <a:lnSpc>
                <a:spcPct val="110476"/>
              </a:lnSpc>
              <a:spcBef>
                <a:spcPts val="0"/>
              </a:spcBef>
              <a:spcAft>
                <a:spcPts val="0"/>
              </a:spcAft>
              <a:buNone/>
            </a:pPr>
            <a:r>
              <a:t/>
            </a:r>
            <a:endParaRPr sz="200">
              <a:latin typeface="DM Sans"/>
              <a:ea typeface="DM Sans"/>
              <a:cs typeface="DM Sans"/>
              <a:sym typeface="DM Sans"/>
            </a:endParaRPr>
          </a:p>
          <a:p>
            <a:pPr indent="-328613" lvl="0" marL="457200" rtl="0" algn="l">
              <a:lnSpc>
                <a:spcPct val="110476"/>
              </a:lnSpc>
              <a:spcBef>
                <a:spcPts val="0"/>
              </a:spcBef>
              <a:spcAft>
                <a:spcPts val="0"/>
              </a:spcAft>
              <a:buSzPts val="1575"/>
              <a:buFont typeface="DM Sans"/>
              <a:buChar char="●"/>
            </a:pPr>
            <a:r>
              <a:rPr lang="en-US" sz="1575">
                <a:latin typeface="DM Sans"/>
                <a:ea typeface="DM Sans"/>
                <a:cs typeface="DM Sans"/>
                <a:sym typeface="DM Sans"/>
              </a:rPr>
              <a:t>Third-Party Costs: Any additional third-party costs (beyond standard hosting) including licensing are not included and will be flagged as part of the project if they arise.</a:t>
            </a:r>
            <a:endParaRPr sz="1575">
              <a:latin typeface="DM Sans"/>
              <a:ea typeface="DM Sans"/>
              <a:cs typeface="DM Sans"/>
              <a:sym typeface="DM Sans"/>
            </a:endParaRPr>
          </a:p>
          <a:p>
            <a:pPr indent="0" lvl="0" marL="0" rtl="0" algn="l">
              <a:lnSpc>
                <a:spcPct val="110476"/>
              </a:lnSpc>
              <a:spcBef>
                <a:spcPts val="0"/>
              </a:spcBef>
              <a:spcAft>
                <a:spcPts val="0"/>
              </a:spcAft>
              <a:buNone/>
            </a:pPr>
            <a:r>
              <a:t/>
            </a:r>
            <a:endParaRPr sz="200">
              <a:latin typeface="DM Sans"/>
              <a:ea typeface="DM Sans"/>
              <a:cs typeface="DM Sans"/>
              <a:sym typeface="DM Sans"/>
            </a:endParaRPr>
          </a:p>
          <a:p>
            <a:pPr indent="-328613" lvl="0" marL="457200" rtl="0" algn="l">
              <a:lnSpc>
                <a:spcPct val="110476"/>
              </a:lnSpc>
              <a:spcBef>
                <a:spcPts val="0"/>
              </a:spcBef>
              <a:spcAft>
                <a:spcPts val="0"/>
              </a:spcAft>
              <a:buSzPts val="1575"/>
              <a:buFont typeface="DM Sans"/>
              <a:buChar char="●"/>
            </a:pPr>
            <a:r>
              <a:rPr lang="en-US" sz="1575">
                <a:latin typeface="DM Sans"/>
                <a:ea typeface="DM Sans"/>
                <a:cs typeface="DM Sans"/>
                <a:sym typeface="DM Sans"/>
              </a:rPr>
              <a:t>Content: All video and copy content is to be provided by the client.</a:t>
            </a:r>
            <a:endParaRPr sz="1575">
              <a:latin typeface="DM Sans"/>
              <a:ea typeface="DM Sans"/>
              <a:cs typeface="DM Sans"/>
              <a:sym typeface="DM Sans"/>
            </a:endParaRPr>
          </a:p>
        </p:txBody>
      </p:sp>
      <p:sp>
        <p:nvSpPr>
          <p:cNvPr id="222" name="Google Shape;222;p10"/>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223" name="Google Shape;223;p10"/>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224" name="Google Shape;224;p10"/>
          <p:cNvPicPr preferRelativeResize="0"/>
          <p:nvPr/>
        </p:nvPicPr>
        <p:blipFill>
          <a:blip r:embed="rId5">
            <a:alphaModFix/>
          </a:blip>
          <a:stretch>
            <a:fillRect/>
          </a:stretch>
        </p:blipFill>
        <p:spPr>
          <a:xfrm>
            <a:off x="152400" y="152400"/>
            <a:ext cx="751612" cy="357200"/>
          </a:xfrm>
          <a:prstGeom prst="rect">
            <a:avLst/>
          </a:prstGeom>
          <a:noFill/>
          <a:ln>
            <a:noFill/>
          </a:ln>
        </p:spPr>
      </p:pic>
      <p:sp>
        <p:nvSpPr>
          <p:cNvPr id="225" name="Google Shape;225;p10"/>
          <p:cNvSpPr/>
          <p:nvPr/>
        </p:nvSpPr>
        <p:spPr>
          <a:xfrm>
            <a:off x="9220200" y="9632850"/>
            <a:ext cx="4035000" cy="2571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TOTAL</a:t>
            </a:r>
            <a:endParaRPr b="0" i="0" sz="1575" u="none" cap="none" strike="noStrike">
              <a:solidFill>
                <a:schemeClr val="dk1"/>
              </a:solidFill>
              <a:latin typeface="Calibri"/>
              <a:ea typeface="Calibri"/>
              <a:cs typeface="Calibri"/>
              <a:sym typeface="Calibri"/>
            </a:endParaRPr>
          </a:p>
        </p:txBody>
      </p:sp>
      <p:pic>
        <p:nvPicPr>
          <p:cNvPr descr="preencoded.png" id="226" name="Google Shape;226;p10"/>
          <p:cNvPicPr preferRelativeResize="0"/>
          <p:nvPr/>
        </p:nvPicPr>
        <p:blipFill rotWithShape="1">
          <a:blip r:embed="rId3">
            <a:alphaModFix/>
          </a:blip>
          <a:srcRect b="0" l="0" r="0" t="0"/>
          <a:stretch/>
        </p:blipFill>
        <p:spPr>
          <a:xfrm>
            <a:off x="9220200" y="9494740"/>
            <a:ext cx="8458200" cy="18288"/>
          </a:xfrm>
          <a:prstGeom prst="rect">
            <a:avLst/>
          </a:prstGeom>
          <a:noFill/>
          <a:ln>
            <a:noFill/>
          </a:ln>
        </p:spPr>
      </p:pic>
      <p:sp>
        <p:nvSpPr>
          <p:cNvPr id="227" name="Google Shape;227;p10"/>
          <p:cNvSpPr/>
          <p:nvPr/>
        </p:nvSpPr>
        <p:spPr>
          <a:xfrm>
            <a:off x="16719225" y="9632850"/>
            <a:ext cx="959100" cy="257100"/>
          </a:xfrm>
          <a:prstGeom prst="rect">
            <a:avLst/>
          </a:prstGeom>
          <a:noFill/>
          <a:ln>
            <a:noFill/>
          </a:ln>
        </p:spPr>
        <p:txBody>
          <a:bodyPr anchorCtr="0" anchor="t" bIns="0" lIns="0" spcFirstLastPara="1" rIns="0" wrap="square" tIns="0">
            <a:noAutofit/>
          </a:bodyPr>
          <a:lstStyle/>
          <a:p>
            <a:pPr indent="0" lvl="0" marL="0" marR="0" rtl="0" algn="r">
              <a:lnSpc>
                <a:spcPct val="110476"/>
              </a:lnSpc>
              <a:spcBef>
                <a:spcPts val="0"/>
              </a:spcBef>
              <a:spcAft>
                <a:spcPts val="0"/>
              </a:spcAft>
              <a:buClr>
                <a:srgbClr val="000000"/>
              </a:buClr>
              <a:buSzPts val="1575"/>
              <a:buFont typeface="DM Sans"/>
              <a:buNone/>
            </a:pPr>
            <a:r>
              <a:rPr b="1" lang="en-US" sz="1575">
                <a:latin typeface="DM Sans"/>
                <a:ea typeface="DM Sans"/>
                <a:cs typeface="DM Sans"/>
                <a:sym typeface="DM Sans"/>
              </a:rPr>
              <a:t>£25,314</a:t>
            </a:r>
            <a:endParaRPr b="1" i="0" sz="1575" u="none" cap="none" strike="noStrike">
              <a:solidFill>
                <a:schemeClr val="dk1"/>
              </a:solidFill>
              <a:latin typeface="Calibri"/>
              <a:ea typeface="Calibri"/>
              <a:cs typeface="Calibri"/>
              <a:sym typeface="Calibri"/>
            </a:endParaRPr>
          </a:p>
        </p:txBody>
      </p:sp>
      <p:sp>
        <p:nvSpPr>
          <p:cNvPr id="228" name="Google Shape;228;p10"/>
          <p:cNvSpPr/>
          <p:nvPr/>
        </p:nvSpPr>
        <p:spPr>
          <a:xfrm>
            <a:off x="16237150" y="152400"/>
            <a:ext cx="1898400" cy="126300"/>
          </a:xfrm>
          <a:prstGeom prst="rect">
            <a:avLst/>
          </a:prstGeom>
          <a:noFill/>
          <a:ln>
            <a:noFill/>
          </a:ln>
        </p:spPr>
        <p:txBody>
          <a:bodyPr anchorCtr="0" anchor="t" bIns="0" lIns="0" spcFirstLastPara="1" rIns="0" wrap="square" tIns="0">
            <a:noAutofit/>
          </a:bodyPr>
          <a:lstStyle/>
          <a:p>
            <a:pPr indent="0" lvl="0" marL="0" rtl="0" algn="r">
              <a:lnSpc>
                <a:spcPct val="119000"/>
              </a:lnSpc>
              <a:spcBef>
                <a:spcPts val="0"/>
              </a:spcBef>
              <a:spcAft>
                <a:spcPts val="0"/>
              </a:spcAft>
              <a:buClr>
                <a:schemeClr val="dk1"/>
              </a:buClr>
              <a:buSzPts val="900"/>
              <a:buFont typeface="DM Mono"/>
              <a:buNone/>
            </a:pPr>
            <a:r>
              <a:rPr lang="en-US" sz="900">
                <a:solidFill>
                  <a:schemeClr val="dk1"/>
                </a:solidFill>
                <a:latin typeface="DM Mono"/>
                <a:ea typeface="DM Mono"/>
                <a:cs typeface="DM Mono"/>
                <a:sym typeface="DM Mono"/>
              </a:rPr>
              <a:t>CYPHR X BLUE SQUARE</a:t>
            </a:r>
            <a:endParaRPr sz="900">
              <a:solidFill>
                <a:schemeClr val="dk1"/>
              </a:solidFill>
              <a:latin typeface="Calibri"/>
              <a:ea typeface="Calibri"/>
              <a:cs typeface="Calibri"/>
              <a:sym typeface="Calibri"/>
            </a:endParaRPr>
          </a:p>
          <a:p>
            <a:pPr indent="0" lvl="0" marL="0" marR="0" rtl="0" algn="r">
              <a:lnSpc>
                <a:spcPct val="119000"/>
              </a:lnSpc>
              <a:spcBef>
                <a:spcPts val="0"/>
              </a:spcBef>
              <a:spcAft>
                <a:spcPts val="0"/>
              </a:spcAft>
              <a:buClr>
                <a:srgbClr val="000000"/>
              </a:buClr>
              <a:buSzPts val="900"/>
              <a:buFont typeface="DM Mono"/>
              <a:buNone/>
            </a:pPr>
            <a:r>
              <a:t/>
            </a:r>
            <a:endParaRPr sz="900">
              <a:latin typeface="DM Mono"/>
              <a:ea typeface="DM Mono"/>
              <a:cs typeface="DM Mono"/>
              <a:sym typeface="DM Mono"/>
            </a:endParaRPr>
          </a:p>
        </p:txBody>
      </p:sp>
      <p:sp>
        <p:nvSpPr>
          <p:cNvPr id="229" name="Google Shape;229;p10"/>
          <p:cNvSpPr/>
          <p:nvPr/>
        </p:nvSpPr>
        <p:spPr>
          <a:xfrm>
            <a:off x="9220200" y="5655475"/>
            <a:ext cx="6518100" cy="25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US" sz="1700">
                <a:solidFill>
                  <a:schemeClr val="dk1"/>
                </a:solidFill>
                <a:latin typeface="DM Sans"/>
                <a:ea typeface="DM Sans"/>
                <a:cs typeface="DM Sans"/>
                <a:sym typeface="DM Sans"/>
              </a:rPr>
              <a:t>Photo Booth </a:t>
            </a:r>
            <a:endParaRPr b="0" i="0" sz="1575" u="none" cap="none" strike="noStrike">
              <a:solidFill>
                <a:schemeClr val="dk1"/>
              </a:solidFill>
              <a:latin typeface="Calibri"/>
              <a:ea typeface="Calibri"/>
              <a:cs typeface="Calibri"/>
              <a:sym typeface="Calibri"/>
            </a:endParaRPr>
          </a:p>
        </p:txBody>
      </p:sp>
      <p:sp>
        <p:nvSpPr>
          <p:cNvPr id="230" name="Google Shape;230;p10"/>
          <p:cNvSpPr/>
          <p:nvPr/>
        </p:nvSpPr>
        <p:spPr>
          <a:xfrm>
            <a:off x="9220200" y="6026950"/>
            <a:ext cx="7229700" cy="3211800"/>
          </a:xfrm>
          <a:prstGeom prst="rect">
            <a:avLst/>
          </a:prstGeom>
          <a:noFill/>
          <a:ln>
            <a:noFill/>
          </a:ln>
        </p:spPr>
        <p:txBody>
          <a:bodyPr anchorCtr="0" anchor="t" bIns="0" lIns="0" spcFirstLastPara="1" rIns="0" wrap="square" tIns="0">
            <a:noAutofit/>
          </a:bodyPr>
          <a:lstStyle/>
          <a:p>
            <a:pPr indent="0" lvl="0" marL="0" marR="0" rtl="0" algn="l">
              <a:lnSpc>
                <a:spcPct val="110476"/>
              </a:lnSpc>
              <a:spcBef>
                <a:spcPts val="0"/>
              </a:spcBef>
              <a:spcAft>
                <a:spcPts val="0"/>
              </a:spcAft>
              <a:buNone/>
            </a:pPr>
            <a:r>
              <a:rPr b="1" lang="en-US" sz="1575">
                <a:latin typeface="DM Sans"/>
                <a:ea typeface="DM Sans"/>
                <a:cs typeface="DM Sans"/>
                <a:sym typeface="DM Sans"/>
              </a:rPr>
              <a:t>Tasks</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U</a:t>
            </a:r>
            <a:r>
              <a:rPr lang="en-US" sz="1575">
                <a:latin typeface="DM Sans"/>
                <a:ea typeface="DM Sans"/>
                <a:cs typeface="DM Sans"/>
                <a:sym typeface="DM Sans"/>
              </a:rPr>
              <a:t>I &amp; Design: Branded interface, countdowns, and print overlays.</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Capture Mechanics: Front-facing camera integration with 4-shot grid sequence.</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User Flow: Start trigger, retake options, and print confirmation logic.</a:t>
            </a:r>
            <a:endParaRPr sz="1575">
              <a:latin typeface="DM Sans"/>
              <a:ea typeface="DM Sans"/>
              <a:cs typeface="DM Sans"/>
              <a:sym typeface="DM Sans"/>
            </a:endParaRPr>
          </a:p>
          <a:p>
            <a:pPr indent="-328613" lvl="0" marL="457200" marR="0" rtl="0" algn="l">
              <a:lnSpc>
                <a:spcPct val="110476"/>
              </a:lnSpc>
              <a:spcBef>
                <a:spcPts val="0"/>
              </a:spcBef>
              <a:spcAft>
                <a:spcPts val="0"/>
              </a:spcAft>
              <a:buSzPts val="1575"/>
              <a:buFont typeface="DM Sans"/>
              <a:buChar char="●"/>
            </a:pPr>
            <a:r>
              <a:rPr lang="en-US" sz="1575">
                <a:latin typeface="DM Sans"/>
                <a:ea typeface="DM Sans"/>
                <a:cs typeface="DM Sans"/>
                <a:sym typeface="DM Sans"/>
              </a:rPr>
              <a:t>Output: Automated GIF creation and QR code generation.</a:t>
            </a:r>
            <a:endParaRPr sz="1575">
              <a:latin typeface="DM Sans"/>
              <a:ea typeface="DM Sans"/>
              <a:cs typeface="DM Sans"/>
              <a:sym typeface="DM Sans"/>
            </a:endParaRPr>
          </a:p>
          <a:p>
            <a:pPr indent="0" lvl="0" marL="0" marR="0" rtl="0" algn="l">
              <a:lnSpc>
                <a:spcPct val="110476"/>
              </a:lnSpc>
              <a:spcBef>
                <a:spcPts val="0"/>
              </a:spcBef>
              <a:spcAft>
                <a:spcPts val="0"/>
              </a:spcAft>
              <a:buNone/>
            </a:pPr>
            <a:r>
              <a:t/>
            </a:r>
            <a:endParaRPr sz="1575">
              <a:latin typeface="DM Sans"/>
              <a:ea typeface="DM Sans"/>
              <a:cs typeface="DM Sans"/>
              <a:sym typeface="DM Sans"/>
            </a:endParaRPr>
          </a:p>
          <a:p>
            <a:pPr indent="0" lvl="0" marL="0" marR="0" rtl="0" algn="l">
              <a:lnSpc>
                <a:spcPct val="110476"/>
              </a:lnSpc>
              <a:spcBef>
                <a:spcPts val="0"/>
              </a:spcBef>
              <a:spcAft>
                <a:spcPts val="0"/>
              </a:spcAft>
              <a:buNone/>
            </a:pPr>
            <a:r>
              <a:rPr b="1" lang="en-US" sz="1575">
                <a:latin typeface="DM Sans"/>
                <a:ea typeface="DM Sans"/>
                <a:cs typeface="DM Sans"/>
                <a:sym typeface="DM Sans"/>
              </a:rPr>
              <a:t>Team:</a:t>
            </a:r>
            <a:endParaRPr b="1" sz="1575">
              <a:latin typeface="DM Sans"/>
              <a:ea typeface="DM Sans"/>
              <a:cs typeface="DM Sans"/>
              <a:sym typeface="DM Sans"/>
            </a:endParaRPr>
          </a:p>
          <a:p>
            <a:pPr indent="0" lvl="0" marL="0" marR="0" rtl="0" algn="l">
              <a:lnSpc>
                <a:spcPct val="110476"/>
              </a:lnSpc>
              <a:spcBef>
                <a:spcPts val="0"/>
              </a:spcBef>
              <a:spcAft>
                <a:spcPts val="0"/>
              </a:spcAft>
              <a:buNone/>
            </a:pPr>
            <a:r>
              <a:rPr lang="en-US" sz="1575">
                <a:latin typeface="DM Sans"/>
                <a:ea typeface="DM Sans"/>
                <a:cs typeface="DM Sans"/>
                <a:sym typeface="DM Sans"/>
              </a:rPr>
              <a:t>UX/UI Designer, Experience Lead, Delivery Lead, Tech Lead, Frontend Developer, Backend Developer</a:t>
            </a:r>
            <a:endParaRPr sz="1575">
              <a:latin typeface="DM Sans"/>
              <a:ea typeface="DM Sans"/>
              <a:cs typeface="DM Sans"/>
              <a:sym typeface="DM Sans"/>
            </a:endParaRPr>
          </a:p>
          <a:p>
            <a:pPr indent="0" lvl="0" marL="0" marR="0" rtl="0" algn="l">
              <a:lnSpc>
                <a:spcPct val="110476"/>
              </a:lnSpc>
              <a:spcBef>
                <a:spcPts val="0"/>
              </a:spcBef>
              <a:spcAft>
                <a:spcPts val="0"/>
              </a:spcAft>
              <a:buNone/>
            </a:pPr>
            <a:r>
              <a:t/>
            </a:r>
            <a:endParaRPr sz="1575">
              <a:latin typeface="DM Sans"/>
              <a:ea typeface="DM Sans"/>
              <a:cs typeface="DM Sans"/>
              <a:sym typeface="DM Sans"/>
            </a:endParaRPr>
          </a:p>
          <a:p>
            <a:pPr indent="0" lvl="0" marL="0" marR="0" rtl="0" algn="l">
              <a:lnSpc>
                <a:spcPct val="110476"/>
              </a:lnSpc>
              <a:spcBef>
                <a:spcPts val="0"/>
              </a:spcBef>
              <a:spcAft>
                <a:spcPts val="0"/>
              </a:spcAft>
              <a:buNone/>
            </a:pPr>
            <a:r>
              <a:rPr b="1" lang="en-US" sz="1575">
                <a:latin typeface="DM Sans"/>
                <a:ea typeface="DM Sans"/>
                <a:cs typeface="DM Sans"/>
                <a:sym typeface="DM Sans"/>
              </a:rPr>
              <a:t>Duration:</a:t>
            </a:r>
            <a:endParaRPr b="1" sz="1575">
              <a:latin typeface="DM Sans"/>
              <a:ea typeface="DM Sans"/>
              <a:cs typeface="DM Sans"/>
              <a:sym typeface="DM Sans"/>
            </a:endParaRPr>
          </a:p>
          <a:p>
            <a:pPr indent="0" lvl="0" marL="0" marR="0" rtl="0" algn="l">
              <a:lnSpc>
                <a:spcPct val="110476"/>
              </a:lnSpc>
              <a:spcBef>
                <a:spcPts val="0"/>
              </a:spcBef>
              <a:spcAft>
                <a:spcPts val="0"/>
              </a:spcAft>
              <a:buNone/>
            </a:pPr>
            <a:r>
              <a:rPr lang="en-US" sz="1575">
                <a:latin typeface="DM Sans"/>
                <a:ea typeface="DM Sans"/>
                <a:cs typeface="DM Sans"/>
                <a:sym typeface="DM Sans"/>
              </a:rPr>
              <a:t>2 </a:t>
            </a:r>
            <a:r>
              <a:rPr lang="en-US" sz="1575">
                <a:latin typeface="DM Sans"/>
                <a:ea typeface="DM Sans"/>
                <a:cs typeface="DM Sans"/>
                <a:sym typeface="DM Sans"/>
              </a:rPr>
              <a:t>weeks</a:t>
            </a:r>
            <a:endParaRPr sz="1575">
              <a:latin typeface="DM Sans"/>
              <a:ea typeface="DM Sans"/>
              <a:cs typeface="DM Sans"/>
              <a:sym typeface="DM Sans"/>
            </a:endParaRPr>
          </a:p>
        </p:txBody>
      </p:sp>
      <p:sp>
        <p:nvSpPr>
          <p:cNvPr id="231" name="Google Shape;231;p10"/>
          <p:cNvSpPr/>
          <p:nvPr/>
        </p:nvSpPr>
        <p:spPr>
          <a:xfrm>
            <a:off x="16512913" y="5655475"/>
            <a:ext cx="1185600" cy="257100"/>
          </a:xfrm>
          <a:prstGeom prst="rect">
            <a:avLst/>
          </a:prstGeom>
          <a:noFill/>
          <a:ln>
            <a:noFill/>
          </a:ln>
        </p:spPr>
        <p:txBody>
          <a:bodyPr anchorCtr="0" anchor="t" bIns="0" lIns="0" spcFirstLastPara="1" rIns="0" wrap="square" tIns="0">
            <a:noAutofit/>
          </a:bodyPr>
          <a:lstStyle/>
          <a:p>
            <a:pPr indent="0" lvl="0" marL="0" marR="0" rtl="0" algn="r">
              <a:lnSpc>
                <a:spcPct val="110476"/>
              </a:lnSpc>
              <a:spcBef>
                <a:spcPts val="0"/>
              </a:spcBef>
              <a:spcAft>
                <a:spcPts val="0"/>
              </a:spcAft>
              <a:buClr>
                <a:srgbClr val="000000"/>
              </a:buClr>
              <a:buSzPts val="1575"/>
              <a:buFont typeface="DM Sans"/>
              <a:buNone/>
            </a:pPr>
            <a:r>
              <a:rPr lang="en-US" sz="1575">
                <a:solidFill>
                  <a:schemeClr val="dk1"/>
                </a:solidFill>
                <a:latin typeface="DM Sans"/>
                <a:ea typeface="DM Sans"/>
                <a:cs typeface="DM Sans"/>
                <a:sym typeface="DM Sans"/>
              </a:rPr>
              <a:t>£10,614</a:t>
            </a:r>
            <a:endParaRPr i="0" sz="1575" u="none" cap="none" strike="noStrike">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CE9"/>
        </a:solidFill>
      </p:bgPr>
    </p:bg>
    <p:spTree>
      <p:nvGrpSpPr>
        <p:cNvPr id="236" name="Shape 236"/>
        <p:cNvGrpSpPr/>
        <p:nvPr/>
      </p:nvGrpSpPr>
      <p:grpSpPr>
        <a:xfrm>
          <a:off x="0" y="0"/>
          <a:ext cx="0" cy="0"/>
          <a:chOff x="0" y="0"/>
          <a:chExt cx="0" cy="0"/>
        </a:xfrm>
      </p:grpSpPr>
      <p:pic>
        <p:nvPicPr>
          <p:cNvPr descr="preencoded.png" id="237" name="Google Shape;237;p11"/>
          <p:cNvPicPr preferRelativeResize="0"/>
          <p:nvPr/>
        </p:nvPicPr>
        <p:blipFill rotWithShape="1">
          <a:blip r:embed="rId3">
            <a:alphaModFix/>
          </a:blip>
          <a:srcRect b="0" l="0" r="0" t="0"/>
          <a:stretch/>
        </p:blipFill>
        <p:spPr>
          <a:xfrm>
            <a:off x="152400" y="652463"/>
            <a:ext cx="17983197" cy="18288"/>
          </a:xfrm>
          <a:prstGeom prst="rect">
            <a:avLst/>
          </a:prstGeom>
          <a:noFill/>
          <a:ln>
            <a:noFill/>
          </a:ln>
        </p:spPr>
      </p:pic>
      <p:sp>
        <p:nvSpPr>
          <p:cNvPr id="238" name="Google Shape;238;p11"/>
          <p:cNvSpPr/>
          <p:nvPr/>
        </p:nvSpPr>
        <p:spPr>
          <a:xfrm>
            <a:off x="152400" y="781050"/>
            <a:ext cx="18030900" cy="5267400"/>
          </a:xfrm>
          <a:prstGeom prst="rect">
            <a:avLst/>
          </a:prstGeom>
          <a:noFill/>
          <a:ln>
            <a:noFill/>
          </a:ln>
        </p:spPr>
        <p:txBody>
          <a:bodyPr anchorCtr="0" anchor="t" bIns="0" lIns="0" spcFirstLastPara="1" rIns="0" wrap="square" tIns="0">
            <a:noAutofit/>
          </a:bodyPr>
          <a:lstStyle/>
          <a:p>
            <a:pPr indent="0" lvl="0" marL="0" marR="0" rtl="0" algn="l">
              <a:lnSpc>
                <a:spcPct val="76500"/>
              </a:lnSpc>
              <a:spcBef>
                <a:spcPts val="0"/>
              </a:spcBef>
              <a:spcAft>
                <a:spcPts val="0"/>
              </a:spcAft>
              <a:buClr>
                <a:srgbClr val="000000"/>
              </a:buClr>
              <a:buSzPts val="46125"/>
              <a:buFont typeface="League Gothic"/>
              <a:buNone/>
            </a:pPr>
            <a:r>
              <a:rPr lang="en-US" sz="40000">
                <a:latin typeface="League Gothic"/>
                <a:ea typeface="League Gothic"/>
                <a:cs typeface="League Gothic"/>
                <a:sym typeface="League Gothic"/>
              </a:rPr>
              <a:t>THANK YOU</a:t>
            </a:r>
            <a:endParaRPr b="0" i="0" sz="40000" u="none" cap="none" strike="noStrike">
              <a:solidFill>
                <a:schemeClr val="dk1"/>
              </a:solidFill>
              <a:latin typeface="Calibri"/>
              <a:ea typeface="Calibri"/>
              <a:cs typeface="Calibri"/>
              <a:sym typeface="Calibri"/>
            </a:endParaRPr>
          </a:p>
        </p:txBody>
      </p:sp>
      <p:pic>
        <p:nvPicPr>
          <p:cNvPr id="239" name="Google Shape;239;p11"/>
          <p:cNvPicPr preferRelativeResize="0"/>
          <p:nvPr/>
        </p:nvPicPr>
        <p:blipFill rotWithShape="1">
          <a:blip r:embed="rId4">
            <a:alphaModFix/>
          </a:blip>
          <a:srcRect b="38354" l="0" r="0" t="27176"/>
          <a:stretch/>
        </p:blipFill>
        <p:spPr>
          <a:xfrm>
            <a:off x="219075" y="6185225"/>
            <a:ext cx="17849850" cy="4101775"/>
          </a:xfrm>
          <a:prstGeom prst="rect">
            <a:avLst/>
          </a:prstGeom>
          <a:noFill/>
          <a:ln>
            <a:noFill/>
          </a:ln>
        </p:spPr>
      </p:pic>
      <p:pic>
        <p:nvPicPr>
          <p:cNvPr id="240" name="Google Shape;240;p11"/>
          <p:cNvPicPr preferRelativeResize="0"/>
          <p:nvPr/>
        </p:nvPicPr>
        <p:blipFill rotWithShape="1">
          <a:blip r:embed="rId5">
            <a:alphaModFix/>
          </a:blip>
          <a:srcRect b="25234" l="0" r="0" t="0"/>
          <a:stretch/>
        </p:blipFill>
        <p:spPr>
          <a:xfrm>
            <a:off x="0" y="4772002"/>
            <a:ext cx="18288000" cy="4294350"/>
          </a:xfrm>
          <a:prstGeom prst="rect">
            <a:avLst/>
          </a:prstGeom>
          <a:noFill/>
          <a:ln>
            <a:noFill/>
          </a:ln>
        </p:spPr>
      </p:pic>
      <p:sp>
        <p:nvSpPr>
          <p:cNvPr id="241" name="Google Shape;241;p11"/>
          <p:cNvSpPr txBox="1"/>
          <p:nvPr>
            <p:ph idx="4294967295" type="sldNum"/>
          </p:nvPr>
        </p:nvSpPr>
        <p:spPr>
          <a:xfrm>
            <a:off x="17883156" y="278738"/>
            <a:ext cx="560100" cy="2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US"/>
              <a:t>‹#›</a:t>
            </a:fld>
            <a:endParaRPr/>
          </a:p>
        </p:txBody>
      </p:sp>
      <p:sp>
        <p:nvSpPr>
          <p:cNvPr id="242" name="Google Shape;242;p11"/>
          <p:cNvSpPr/>
          <p:nvPr/>
        </p:nvSpPr>
        <p:spPr>
          <a:xfrm>
            <a:off x="17176400" y="152400"/>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b="0" i="0" lang="en-US" sz="900" u="none" cap="none" strike="noStrike">
                <a:solidFill>
                  <a:srgbClr val="000000"/>
                </a:solidFill>
                <a:latin typeface="DM Mono"/>
                <a:ea typeface="DM Mono"/>
                <a:cs typeface="DM Mono"/>
                <a:sym typeface="DM Mono"/>
              </a:rPr>
              <a:t>PRESENTATION</a:t>
            </a:r>
            <a:br>
              <a:rPr b="0" i="0" lang="en-US" sz="900" u="none" cap="none" strike="noStrike">
                <a:solidFill>
                  <a:srgbClr val="000000"/>
                </a:solidFill>
                <a:latin typeface="DM Mono"/>
                <a:ea typeface="DM Mono"/>
                <a:cs typeface="DM Mono"/>
                <a:sym typeface="DM Mono"/>
              </a:rPr>
            </a:br>
            <a:endParaRPr b="0" i="0" sz="900" u="none" cap="none" strike="noStrike">
              <a:solidFill>
                <a:schemeClr val="dk1"/>
              </a:solidFill>
              <a:latin typeface="Calibri"/>
              <a:ea typeface="Calibri"/>
              <a:cs typeface="Calibri"/>
              <a:sym typeface="Calibri"/>
            </a:endParaRPr>
          </a:p>
        </p:txBody>
      </p:sp>
      <p:sp>
        <p:nvSpPr>
          <p:cNvPr id="243" name="Google Shape;243;p11"/>
          <p:cNvSpPr/>
          <p:nvPr/>
        </p:nvSpPr>
        <p:spPr>
          <a:xfrm>
            <a:off x="16955451" y="321045"/>
            <a:ext cx="959100" cy="126300"/>
          </a:xfrm>
          <a:prstGeom prst="rect">
            <a:avLst/>
          </a:prstGeom>
          <a:noFill/>
          <a:ln>
            <a:noFill/>
          </a:ln>
        </p:spPr>
        <p:txBody>
          <a:bodyPr anchorCtr="0" anchor="t" bIns="0" lIns="0" spcFirstLastPara="1" rIns="0" wrap="square" tIns="0">
            <a:noAutofit/>
          </a:bodyPr>
          <a:lstStyle/>
          <a:p>
            <a:pPr indent="0" lvl="0" marL="0" marR="0" rtl="0" algn="r">
              <a:lnSpc>
                <a:spcPct val="119000"/>
              </a:lnSpc>
              <a:spcBef>
                <a:spcPts val="0"/>
              </a:spcBef>
              <a:spcAft>
                <a:spcPts val="0"/>
              </a:spcAft>
              <a:buClr>
                <a:srgbClr val="000000"/>
              </a:buClr>
              <a:buSzPts val="900"/>
              <a:buFont typeface="DM Mono"/>
              <a:buNone/>
            </a:pPr>
            <a:r>
              <a:rPr lang="en-US" sz="900">
                <a:latin typeface="DM Mono"/>
                <a:ea typeface="DM Mono"/>
                <a:cs typeface="DM Mono"/>
                <a:sym typeface="DM Mono"/>
              </a:rPr>
              <a:t>PAGE</a:t>
            </a:r>
            <a:endParaRPr b="0" i="0" sz="900" u="none" cap="none" strike="noStrike">
              <a:solidFill>
                <a:schemeClr val="dk1"/>
              </a:solidFill>
              <a:latin typeface="Calibri"/>
              <a:ea typeface="Calibri"/>
              <a:cs typeface="Calibri"/>
              <a:sym typeface="Calibri"/>
            </a:endParaRPr>
          </a:p>
        </p:txBody>
      </p:sp>
      <p:pic>
        <p:nvPicPr>
          <p:cNvPr id="244" name="Google Shape;244;p11"/>
          <p:cNvPicPr preferRelativeResize="0"/>
          <p:nvPr/>
        </p:nvPicPr>
        <p:blipFill>
          <a:blip r:embed="rId6">
            <a:alphaModFix/>
          </a:blip>
          <a:stretch>
            <a:fillRect/>
          </a:stretch>
        </p:blipFill>
        <p:spPr>
          <a:xfrm>
            <a:off x="152400" y="152400"/>
            <a:ext cx="751612" cy="35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