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10287000" cy="18288000"/>
  <p:embeddedFontLst>
    <p:embeddedFont>
      <p:font typeface="DM Mono" panose="020F0502020204030204" pitchFamily="49" charset="0"/>
      <p:regular r:id="rId12"/>
      <p:italic r:id="rId13"/>
    </p:embeddedFont>
    <p:embeddedFont>
      <p:font typeface="DM Sans" panose="020F0502020204030204" pitchFamily="2" charset="0"/>
      <p:regular r:id="rId14"/>
      <p:bold r:id="rId15"/>
      <p:italic r:id="rId16"/>
      <p:boldItalic r:id="rId17"/>
    </p:embeddedFont>
    <p:embeddedFont>
      <p:font typeface="League Gothic" panose="020B0604020202020204" charset="0"/>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048">
          <p15:clr>
            <a:srgbClr val="747775"/>
          </p15:clr>
        </p15:guide>
        <p15:guide id="2" pos="9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96"/>
      </p:cViewPr>
      <p:guideLst>
        <p:guide orient="horz" pos="6048"/>
        <p:guide pos="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
        <p:cNvGrpSpPr/>
        <p:nvPr/>
      </p:nvGrpSpPr>
      <p:grpSpPr>
        <a:xfrm>
          <a:off x="0" y="0"/>
          <a:ext cx="0" cy="0"/>
          <a:chOff x="0" y="0"/>
          <a:chExt cx="0" cy="0"/>
        </a:xfrm>
      </p:grpSpPr>
      <p:sp>
        <p:nvSpPr>
          <p:cNvPr id="13" name="Google Shape;13;g2ecac93bd78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 name="Google Shape;14;g2ecac93bd78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 name="Google Shape;15;g2ecac93bd78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g2ecac93bd78_0_2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g2ecac93bd78_0_2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g2ecac93bd78_0_2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g3b892033b7f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g3b892033b7f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g3b892033b7f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df2d116e77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g3df2d116e77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 name="Google Shape;54;g3df2d116e77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df2d116e77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g3df2d116e77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g3df2d116e77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df2d116e7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g3df2d116e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3df2d116e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df2d116e77_0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g3df2d116e77_0_1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3df2d116e77_0_1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b88c61f22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g3b88c61f22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b88c61f22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df2d116e77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g3df2d116e77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g3df2d116e77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17883156" y="278738"/>
            <a:ext cx="560100" cy="217500"/>
          </a:xfrm>
          <a:prstGeom prst="rect">
            <a:avLst/>
          </a:prstGeom>
          <a:noFill/>
          <a:ln>
            <a:noFill/>
          </a:ln>
        </p:spPr>
        <p:txBody>
          <a:bodyPr spcFirstLastPara="1" wrap="square" lIns="91425" tIns="91425" rIns="91425" bIns="91425" anchor="ctr" anchorCtr="0">
            <a:noAutofit/>
          </a:bodyPr>
          <a:lstStyle>
            <a:lvl1pPr lvl="0" rtl="0">
              <a:buNone/>
              <a:defRPr sz="900"/>
            </a:lvl1pPr>
            <a:lvl2pPr lvl="1" rtl="0">
              <a:buNone/>
              <a:defRPr sz="900"/>
            </a:lvl2pPr>
            <a:lvl3pPr lvl="2" rtl="0">
              <a:buNone/>
              <a:defRPr sz="900"/>
            </a:lvl3pPr>
            <a:lvl4pPr lvl="3" rtl="0">
              <a:buNone/>
              <a:defRPr sz="900"/>
            </a:lvl4pPr>
            <a:lvl5pPr lvl="4" rtl="0">
              <a:buNone/>
              <a:defRPr sz="900"/>
            </a:lvl5pPr>
            <a:lvl6pPr lvl="5" rtl="0">
              <a:buNone/>
              <a:defRPr sz="900"/>
            </a:lvl6pPr>
            <a:lvl7pPr lvl="6" rtl="0">
              <a:buNone/>
              <a:defRPr sz="900"/>
            </a:lvl7pPr>
            <a:lvl8pPr lvl="7" rtl="0">
              <a:buNone/>
              <a:defRPr sz="900"/>
            </a:lvl8pPr>
            <a:lvl9pPr lvl="8" rtl="0">
              <a:buNone/>
              <a:defRPr sz="900"/>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16"/>
        <p:cNvGrpSpPr/>
        <p:nvPr/>
      </p:nvGrpSpPr>
      <p:grpSpPr>
        <a:xfrm>
          <a:off x="0" y="0"/>
          <a:ext cx="0" cy="0"/>
          <a:chOff x="0" y="0"/>
          <a:chExt cx="0" cy="0"/>
        </a:xfrm>
      </p:grpSpPr>
      <p:pic>
        <p:nvPicPr>
          <p:cNvPr id="17" name="Google Shape;17;p3" descr="preencoded.png"/>
          <p:cNvPicPr preferRelativeResize="0"/>
          <p:nvPr/>
        </p:nvPicPr>
        <p:blipFill rotWithShape="1">
          <a:blip r:embed="rId3">
            <a:alphaModFix/>
          </a:blip>
          <a:srcRect/>
          <a:stretch/>
        </p:blipFill>
        <p:spPr>
          <a:xfrm>
            <a:off x="152400" y="652463"/>
            <a:ext cx="17983197" cy="18288"/>
          </a:xfrm>
          <a:prstGeom prst="rect">
            <a:avLst/>
          </a:prstGeom>
          <a:noFill/>
          <a:ln>
            <a:noFill/>
          </a:ln>
        </p:spPr>
      </p:pic>
      <p:pic>
        <p:nvPicPr>
          <p:cNvPr id="18" name="Google Shape;18;p3"/>
          <p:cNvPicPr preferRelativeResize="0"/>
          <p:nvPr/>
        </p:nvPicPr>
        <p:blipFill rotWithShape="1">
          <a:blip r:embed="rId4">
            <a:alphaModFix/>
          </a:blip>
          <a:srcRect t="9064" b="56484"/>
          <a:stretch/>
        </p:blipFill>
        <p:spPr>
          <a:xfrm>
            <a:off x="219075" y="6185225"/>
            <a:ext cx="17849850" cy="4101775"/>
          </a:xfrm>
          <a:prstGeom prst="rect">
            <a:avLst/>
          </a:prstGeom>
          <a:noFill/>
          <a:ln>
            <a:noFill/>
          </a:ln>
        </p:spPr>
      </p:pic>
      <p:sp>
        <p:nvSpPr>
          <p:cNvPr id="19" name="Google Shape;19;p3"/>
          <p:cNvSpPr/>
          <p:nvPr/>
        </p:nvSpPr>
        <p:spPr>
          <a:xfrm>
            <a:off x="152400" y="781050"/>
            <a:ext cx="13095900" cy="2229000"/>
          </a:xfrm>
          <a:prstGeom prst="rect">
            <a:avLst/>
          </a:prstGeom>
          <a:noFill/>
          <a:ln>
            <a:noFill/>
          </a:ln>
        </p:spPr>
        <p:txBody>
          <a:bodyPr spcFirstLastPara="1" wrap="square" lIns="0" tIns="0" rIns="0" bIns="0" anchor="t" anchorCtr="0">
            <a:noAutofit/>
          </a:bodyPr>
          <a:lstStyle/>
          <a:p>
            <a:pPr marL="0" marR="0" lvl="0" indent="0" algn="l" rtl="0">
              <a:lnSpc>
                <a:spcPct val="76497"/>
              </a:lnSpc>
              <a:spcBef>
                <a:spcPts val="0"/>
              </a:spcBef>
              <a:spcAft>
                <a:spcPts val="0"/>
              </a:spcAft>
              <a:buClr>
                <a:srgbClr val="000000"/>
              </a:buClr>
              <a:buSzPts val="19500"/>
              <a:buFont typeface="League Gothic"/>
              <a:buNone/>
            </a:pPr>
            <a:r>
              <a:rPr lang="en-US" sz="19500">
                <a:latin typeface="League Gothic"/>
                <a:ea typeface="League Gothic"/>
                <a:cs typeface="League Gothic"/>
                <a:sym typeface="League Gothic"/>
              </a:rPr>
              <a:t>CLIENT</a:t>
            </a:r>
            <a:endParaRPr sz="19500">
              <a:latin typeface="League Gothic"/>
              <a:ea typeface="League Gothic"/>
              <a:cs typeface="League Gothic"/>
              <a:sym typeface="League Gothic"/>
            </a:endParaRPr>
          </a:p>
          <a:p>
            <a:pPr marL="0" marR="0" lvl="0" indent="0" algn="l" rtl="0">
              <a:lnSpc>
                <a:spcPct val="76497"/>
              </a:lnSpc>
              <a:spcBef>
                <a:spcPts val="0"/>
              </a:spcBef>
              <a:spcAft>
                <a:spcPts val="0"/>
              </a:spcAft>
              <a:buClr>
                <a:srgbClr val="000000"/>
              </a:buClr>
              <a:buSzPts val="19500"/>
              <a:buFont typeface="League Gothic"/>
              <a:buNone/>
            </a:pPr>
            <a:r>
              <a:rPr lang="en-US" sz="6000">
                <a:latin typeface="League Gothic"/>
                <a:ea typeface="League Gothic"/>
                <a:cs typeface="League Gothic"/>
                <a:sym typeface="League Gothic"/>
              </a:rPr>
              <a:t>PROJECT NAME</a:t>
            </a:r>
            <a:endParaRPr sz="6000">
              <a:latin typeface="League Gothic"/>
              <a:ea typeface="League Gothic"/>
              <a:cs typeface="League Gothic"/>
              <a:sym typeface="League Gothic"/>
            </a:endParaRPr>
          </a:p>
          <a:p>
            <a:pPr marL="0" marR="0" lvl="0" indent="0" algn="l" rtl="0">
              <a:lnSpc>
                <a:spcPct val="76497"/>
              </a:lnSpc>
              <a:spcBef>
                <a:spcPts val="0"/>
              </a:spcBef>
              <a:spcAft>
                <a:spcPts val="0"/>
              </a:spcAft>
              <a:buClr>
                <a:srgbClr val="000000"/>
              </a:buClr>
              <a:buSzPts val="19500"/>
              <a:buFont typeface="League Gothic"/>
              <a:buNone/>
            </a:pPr>
            <a:r>
              <a:rPr lang="en-US" sz="6000">
                <a:latin typeface="League Gothic"/>
                <a:ea typeface="League Gothic"/>
                <a:cs typeface="League Gothic"/>
                <a:sym typeface="League Gothic"/>
              </a:rPr>
              <a:t>Cost Estimate </a:t>
            </a:r>
            <a:endParaRPr sz="19500" b="0" i="0" u="none" strike="noStrike" cap="none">
              <a:solidFill>
                <a:schemeClr val="dk1"/>
              </a:solidFill>
              <a:latin typeface="Calibri"/>
              <a:ea typeface="Calibri"/>
              <a:cs typeface="Calibri"/>
              <a:sym typeface="Calibri"/>
            </a:endParaRPr>
          </a:p>
        </p:txBody>
      </p:sp>
      <p:pic>
        <p:nvPicPr>
          <p:cNvPr id="20" name="Google Shape;20;p3"/>
          <p:cNvPicPr preferRelativeResize="0"/>
          <p:nvPr/>
        </p:nvPicPr>
        <p:blipFill rotWithShape="1">
          <a:blip r:embed="rId5">
            <a:alphaModFix/>
          </a:blip>
          <a:srcRect t="23061" b="25233"/>
          <a:stretch/>
        </p:blipFill>
        <p:spPr>
          <a:xfrm>
            <a:off x="0" y="6096525"/>
            <a:ext cx="18288000" cy="2969825"/>
          </a:xfrm>
          <a:prstGeom prst="rect">
            <a:avLst/>
          </a:prstGeom>
          <a:noFill/>
          <a:ln>
            <a:noFill/>
          </a:ln>
        </p:spPr>
      </p:pic>
      <p:sp>
        <p:nvSpPr>
          <p:cNvPr id="21" name="Google Shape;21;p3"/>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1</a:t>
            </a:fld>
            <a:endParaRPr/>
          </a:p>
        </p:txBody>
      </p:sp>
      <p:sp>
        <p:nvSpPr>
          <p:cNvPr id="22" name="Google Shape;22;p3"/>
          <p:cNvSpPr/>
          <p:nvPr/>
        </p:nvSpPr>
        <p:spPr>
          <a:xfrm>
            <a:off x="16237150" y="152400"/>
            <a:ext cx="1898400" cy="126300"/>
          </a:xfrm>
          <a:prstGeom prst="rect">
            <a:avLst/>
          </a:prstGeom>
          <a:noFill/>
          <a:ln>
            <a:noFill/>
          </a:ln>
        </p:spPr>
        <p:txBody>
          <a:bodyPr spcFirstLastPara="1" wrap="square" lIns="0" tIns="0" rIns="0" bIns="0" anchor="t" anchorCtr="0">
            <a:noAutofit/>
          </a:bodyPr>
          <a:lstStyle/>
          <a:p>
            <a:pPr marL="0" lvl="0" indent="0" algn="r" rtl="0">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marL="0" marR="0" lvl="0" indent="0" algn="r" rtl="0">
              <a:lnSpc>
                <a:spcPct val="119000"/>
              </a:lnSpc>
              <a:spcBef>
                <a:spcPts val="0"/>
              </a:spcBef>
              <a:spcAft>
                <a:spcPts val="0"/>
              </a:spcAft>
              <a:buClr>
                <a:srgbClr val="000000"/>
              </a:buClr>
              <a:buSzPts val="900"/>
              <a:buFont typeface="DM Mono"/>
              <a:buNone/>
            </a:pPr>
            <a:endParaRPr sz="900">
              <a:latin typeface="DM Mono"/>
              <a:ea typeface="DM Mono"/>
              <a:cs typeface="DM Mono"/>
              <a:sym typeface="DM Mono"/>
            </a:endParaRPr>
          </a:p>
        </p:txBody>
      </p:sp>
      <p:sp>
        <p:nvSpPr>
          <p:cNvPr id="23" name="Google Shape;23;p3"/>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pic>
        <p:nvPicPr>
          <p:cNvPr id="24" name="Google Shape;24;p3"/>
          <p:cNvPicPr preferRelativeResize="0"/>
          <p:nvPr/>
        </p:nvPicPr>
        <p:blipFill>
          <a:blip r:embed="rId6">
            <a:alphaModFix/>
          </a:blip>
          <a:stretch>
            <a:fillRect/>
          </a:stretch>
        </p:blipFill>
        <p:spPr>
          <a:xfrm>
            <a:off x="152400" y="152400"/>
            <a:ext cx="751612" cy="357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29"/>
        <p:cNvGrpSpPr/>
        <p:nvPr/>
      </p:nvGrpSpPr>
      <p:grpSpPr>
        <a:xfrm>
          <a:off x="0" y="0"/>
          <a:ext cx="0" cy="0"/>
          <a:chOff x="0" y="0"/>
          <a:chExt cx="0" cy="0"/>
        </a:xfrm>
      </p:grpSpPr>
      <p:pic>
        <p:nvPicPr>
          <p:cNvPr id="30" name="Google Shape;30;p4" descr="preencoded.png"/>
          <p:cNvPicPr preferRelativeResize="0"/>
          <p:nvPr/>
        </p:nvPicPr>
        <p:blipFill rotWithShape="1">
          <a:blip r:embed="rId3">
            <a:alphaModFix/>
          </a:blip>
          <a:srcRect/>
          <a:stretch/>
        </p:blipFill>
        <p:spPr>
          <a:xfrm>
            <a:off x="152400" y="652463"/>
            <a:ext cx="17983197" cy="18288"/>
          </a:xfrm>
          <a:prstGeom prst="rect">
            <a:avLst/>
          </a:prstGeom>
          <a:noFill/>
          <a:ln>
            <a:noFill/>
          </a:ln>
        </p:spPr>
      </p:pic>
      <p:sp>
        <p:nvSpPr>
          <p:cNvPr id="31" name="Google Shape;31;p4"/>
          <p:cNvSpPr/>
          <p:nvPr/>
        </p:nvSpPr>
        <p:spPr>
          <a:xfrm>
            <a:off x="152400" y="904875"/>
            <a:ext cx="8982000" cy="895500"/>
          </a:xfrm>
          <a:prstGeom prst="rect">
            <a:avLst/>
          </a:prstGeom>
          <a:noFill/>
          <a:ln>
            <a:noFill/>
          </a:ln>
        </p:spPr>
        <p:txBody>
          <a:bodyPr spcFirstLastPara="1" wrap="square" lIns="0" tIns="0" rIns="0" bIns="0" anchor="t" anchorCtr="0">
            <a:noAutofit/>
          </a:bodyPr>
          <a:lstStyle/>
          <a:p>
            <a:pPr marL="0" marR="0" lvl="0" indent="0" algn="l" rtl="0">
              <a:lnSpc>
                <a:spcPct val="76500"/>
              </a:lnSpc>
              <a:spcBef>
                <a:spcPts val="0"/>
              </a:spcBef>
              <a:spcAft>
                <a:spcPts val="0"/>
              </a:spcAft>
              <a:buClr>
                <a:srgbClr val="000000"/>
              </a:buClr>
              <a:buSzPts val="7800"/>
              <a:buFont typeface="League Gothic"/>
              <a:buNone/>
            </a:pPr>
            <a:endParaRPr sz="7800" b="0" i="0" u="none" strike="noStrike" cap="none">
              <a:solidFill>
                <a:schemeClr val="dk1"/>
              </a:solidFill>
              <a:latin typeface="Calibri"/>
              <a:ea typeface="Calibri"/>
              <a:cs typeface="Calibri"/>
              <a:sym typeface="Calibri"/>
            </a:endParaRPr>
          </a:p>
        </p:txBody>
      </p:sp>
      <p:sp>
        <p:nvSpPr>
          <p:cNvPr id="32" name="Google Shape;32;p4"/>
          <p:cNvSpPr/>
          <p:nvPr/>
        </p:nvSpPr>
        <p:spPr>
          <a:xfrm>
            <a:off x="152400" y="6254400"/>
            <a:ext cx="15390300" cy="38856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1800"/>
              </a:spcBef>
              <a:spcAft>
                <a:spcPts val="0"/>
              </a:spcAft>
              <a:buClr>
                <a:schemeClr val="dk1"/>
              </a:buClr>
              <a:buSzPts val="1100"/>
              <a:buFont typeface="Arial"/>
              <a:buNone/>
            </a:pPr>
            <a:endParaRPr sz="2400" b="1">
              <a:solidFill>
                <a:schemeClr val="dk1"/>
              </a:solidFill>
              <a:latin typeface="DM Sans"/>
              <a:ea typeface="DM Sans"/>
              <a:cs typeface="DM Sans"/>
              <a:sym typeface="DM Sans"/>
            </a:endParaRPr>
          </a:p>
          <a:p>
            <a:pPr marL="0" lvl="0" indent="0" algn="l" rtl="0">
              <a:lnSpc>
                <a:spcPct val="115000"/>
              </a:lnSpc>
              <a:spcBef>
                <a:spcPts val="1200"/>
              </a:spcBef>
              <a:spcAft>
                <a:spcPts val="0"/>
              </a:spcAft>
              <a:buClr>
                <a:schemeClr val="dk1"/>
              </a:buClr>
              <a:buSzPts val="1100"/>
              <a:buFont typeface="Arial"/>
              <a:buNone/>
            </a:pPr>
            <a:r>
              <a:rPr lang="en-US" sz="2400">
                <a:solidFill>
                  <a:schemeClr val="dk1"/>
                </a:solidFill>
                <a:latin typeface="DM Sans"/>
                <a:ea typeface="DM Sans"/>
                <a:cs typeface="DM Sans"/>
                <a:sym typeface="DM Sans"/>
              </a:rPr>
              <a:t>This proposal outlines….</a:t>
            </a:r>
            <a:endParaRPr sz="2400">
              <a:solidFill>
                <a:schemeClr val="dk1"/>
              </a:solidFill>
              <a:latin typeface="DM Sans"/>
              <a:ea typeface="DM Sans"/>
              <a:cs typeface="DM Sans"/>
              <a:sym typeface="DM Sans"/>
            </a:endParaRPr>
          </a:p>
          <a:p>
            <a:pPr marL="0" lvl="0" indent="0" algn="l" rtl="0">
              <a:lnSpc>
                <a:spcPct val="115000"/>
              </a:lnSpc>
              <a:spcBef>
                <a:spcPts val="1200"/>
              </a:spcBef>
              <a:spcAft>
                <a:spcPts val="1200"/>
              </a:spcAft>
              <a:buNone/>
            </a:pPr>
            <a:endParaRPr sz="1700">
              <a:latin typeface="DM Sans"/>
              <a:ea typeface="DM Sans"/>
              <a:cs typeface="DM Sans"/>
              <a:sym typeface="DM Sans"/>
            </a:endParaRPr>
          </a:p>
        </p:txBody>
      </p:sp>
      <p:sp>
        <p:nvSpPr>
          <p:cNvPr id="33" name="Google Shape;33;p4"/>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2</a:t>
            </a:fld>
            <a:endParaRPr/>
          </a:p>
        </p:txBody>
      </p:sp>
      <p:sp>
        <p:nvSpPr>
          <p:cNvPr id="34" name="Google Shape;34;p4"/>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pic>
        <p:nvPicPr>
          <p:cNvPr id="35" name="Google Shape;35;p4"/>
          <p:cNvPicPr preferRelativeResize="0"/>
          <p:nvPr/>
        </p:nvPicPr>
        <p:blipFill>
          <a:blip r:embed="rId4">
            <a:alphaModFix/>
          </a:blip>
          <a:stretch>
            <a:fillRect/>
          </a:stretch>
        </p:blipFill>
        <p:spPr>
          <a:xfrm>
            <a:off x="152400" y="152400"/>
            <a:ext cx="751612" cy="357200"/>
          </a:xfrm>
          <a:prstGeom prst="rect">
            <a:avLst/>
          </a:prstGeom>
          <a:noFill/>
          <a:ln>
            <a:noFill/>
          </a:ln>
        </p:spPr>
      </p:pic>
      <p:sp>
        <p:nvSpPr>
          <p:cNvPr id="36" name="Google Shape;36;p4"/>
          <p:cNvSpPr/>
          <p:nvPr/>
        </p:nvSpPr>
        <p:spPr>
          <a:xfrm>
            <a:off x="16237150" y="152400"/>
            <a:ext cx="1898400" cy="126300"/>
          </a:xfrm>
          <a:prstGeom prst="rect">
            <a:avLst/>
          </a:prstGeom>
          <a:noFill/>
          <a:ln>
            <a:noFill/>
          </a:ln>
        </p:spPr>
        <p:txBody>
          <a:bodyPr spcFirstLastPara="1" wrap="square" lIns="0" tIns="0" rIns="0" bIns="0" anchor="t" anchorCtr="0">
            <a:noAutofit/>
          </a:bodyPr>
          <a:lstStyle/>
          <a:p>
            <a:pPr marL="0" lvl="0" indent="0" algn="r" rtl="0">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marL="0" marR="0" lvl="0" indent="0" algn="r" rtl="0">
              <a:lnSpc>
                <a:spcPct val="119000"/>
              </a:lnSpc>
              <a:spcBef>
                <a:spcPts val="0"/>
              </a:spcBef>
              <a:spcAft>
                <a:spcPts val="0"/>
              </a:spcAft>
              <a:buClr>
                <a:srgbClr val="000000"/>
              </a:buClr>
              <a:buSzPts val="900"/>
              <a:buFont typeface="DM Mono"/>
              <a:buNone/>
            </a:pPr>
            <a:endParaRPr sz="900">
              <a:latin typeface="DM Mono"/>
              <a:ea typeface="DM Mono"/>
              <a:cs typeface="DM Mono"/>
              <a:sym typeface="DM Mono"/>
            </a:endParaRPr>
          </a:p>
        </p:txBody>
      </p:sp>
      <p:sp>
        <p:nvSpPr>
          <p:cNvPr id="37" name="Google Shape;37;p4"/>
          <p:cNvSpPr/>
          <p:nvPr/>
        </p:nvSpPr>
        <p:spPr>
          <a:xfrm>
            <a:off x="152400" y="904875"/>
            <a:ext cx="12098700" cy="895500"/>
          </a:xfrm>
          <a:prstGeom prst="rect">
            <a:avLst/>
          </a:prstGeom>
          <a:noFill/>
          <a:ln>
            <a:noFill/>
          </a:ln>
        </p:spPr>
        <p:txBody>
          <a:bodyPr spcFirstLastPara="1" wrap="square" lIns="0" tIns="0" rIns="0" bIns="0" anchor="t" anchorCtr="0">
            <a:noAutofit/>
          </a:bodyPr>
          <a:lstStyle/>
          <a:p>
            <a:pPr marL="0" lvl="0" indent="0" algn="l" rtl="0">
              <a:lnSpc>
                <a:spcPct val="76500"/>
              </a:lnSpc>
              <a:spcBef>
                <a:spcPts val="0"/>
              </a:spcBef>
              <a:spcAft>
                <a:spcPts val="0"/>
              </a:spcAft>
              <a:buClr>
                <a:schemeClr val="dk1"/>
              </a:buClr>
              <a:buSzPts val="7800"/>
              <a:buFont typeface="League Gothic"/>
              <a:buNone/>
            </a:pPr>
            <a:r>
              <a:rPr lang="en-US" sz="11700">
                <a:solidFill>
                  <a:schemeClr val="dk1"/>
                </a:solidFill>
                <a:latin typeface="League Gothic"/>
                <a:ea typeface="League Gothic"/>
                <a:cs typeface="League Gothic"/>
                <a:sym typeface="League Gothic"/>
              </a:rPr>
              <a:t>Executive Summary</a:t>
            </a:r>
            <a:endParaRPr sz="7800">
              <a:latin typeface="League Gothic"/>
              <a:ea typeface="League Gothic"/>
              <a:cs typeface="League Gothic"/>
              <a:sym typeface="League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42"/>
        <p:cNvGrpSpPr/>
        <p:nvPr/>
      </p:nvGrpSpPr>
      <p:grpSpPr>
        <a:xfrm>
          <a:off x="0" y="0"/>
          <a:ext cx="0" cy="0"/>
          <a:chOff x="0" y="0"/>
          <a:chExt cx="0" cy="0"/>
        </a:xfrm>
      </p:grpSpPr>
      <p:pic>
        <p:nvPicPr>
          <p:cNvPr id="43" name="Google Shape;43;p5" descr="preencoded.png"/>
          <p:cNvPicPr preferRelativeResize="0"/>
          <p:nvPr/>
        </p:nvPicPr>
        <p:blipFill rotWithShape="1">
          <a:blip r:embed="rId3">
            <a:alphaModFix/>
          </a:blip>
          <a:srcRect/>
          <a:stretch/>
        </p:blipFill>
        <p:spPr>
          <a:xfrm>
            <a:off x="152400" y="652463"/>
            <a:ext cx="17983197" cy="18288"/>
          </a:xfrm>
          <a:prstGeom prst="rect">
            <a:avLst/>
          </a:prstGeom>
          <a:noFill/>
          <a:ln>
            <a:noFill/>
          </a:ln>
        </p:spPr>
      </p:pic>
      <p:sp>
        <p:nvSpPr>
          <p:cNvPr id="44" name="Google Shape;44;p5"/>
          <p:cNvSpPr/>
          <p:nvPr/>
        </p:nvSpPr>
        <p:spPr>
          <a:xfrm>
            <a:off x="152400" y="904875"/>
            <a:ext cx="8982000" cy="895500"/>
          </a:xfrm>
          <a:prstGeom prst="rect">
            <a:avLst/>
          </a:prstGeom>
          <a:noFill/>
          <a:ln>
            <a:noFill/>
          </a:ln>
        </p:spPr>
        <p:txBody>
          <a:bodyPr spcFirstLastPara="1" wrap="square" lIns="0" tIns="0" rIns="0" bIns="0" anchor="t" anchorCtr="0">
            <a:noAutofit/>
          </a:bodyPr>
          <a:lstStyle/>
          <a:p>
            <a:pPr marL="0" marR="0" lvl="0" indent="0" algn="l" rtl="0">
              <a:lnSpc>
                <a:spcPct val="76500"/>
              </a:lnSpc>
              <a:spcBef>
                <a:spcPts val="0"/>
              </a:spcBef>
              <a:spcAft>
                <a:spcPts val="0"/>
              </a:spcAft>
              <a:buClr>
                <a:srgbClr val="000000"/>
              </a:buClr>
              <a:buSzPts val="7800"/>
              <a:buFont typeface="League Gothic"/>
              <a:buNone/>
            </a:pPr>
            <a:endParaRPr sz="7800" b="0" i="0" u="none" strike="noStrike" cap="none">
              <a:solidFill>
                <a:schemeClr val="dk1"/>
              </a:solidFill>
              <a:latin typeface="Calibri"/>
              <a:ea typeface="Calibri"/>
              <a:cs typeface="Calibri"/>
              <a:sym typeface="Calibri"/>
            </a:endParaRPr>
          </a:p>
        </p:txBody>
      </p:sp>
      <p:sp>
        <p:nvSpPr>
          <p:cNvPr id="45" name="Google Shape;45;p5"/>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3</a:t>
            </a:fld>
            <a:endParaRPr/>
          </a:p>
        </p:txBody>
      </p:sp>
      <p:sp>
        <p:nvSpPr>
          <p:cNvPr id="46" name="Google Shape;46;p5"/>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pic>
        <p:nvPicPr>
          <p:cNvPr id="47" name="Google Shape;47;p5"/>
          <p:cNvPicPr preferRelativeResize="0"/>
          <p:nvPr/>
        </p:nvPicPr>
        <p:blipFill>
          <a:blip r:embed="rId4">
            <a:alphaModFix/>
          </a:blip>
          <a:stretch>
            <a:fillRect/>
          </a:stretch>
        </p:blipFill>
        <p:spPr>
          <a:xfrm>
            <a:off x="152400" y="152400"/>
            <a:ext cx="751612" cy="357200"/>
          </a:xfrm>
          <a:prstGeom prst="rect">
            <a:avLst/>
          </a:prstGeom>
          <a:noFill/>
          <a:ln>
            <a:noFill/>
          </a:ln>
        </p:spPr>
      </p:pic>
      <p:sp>
        <p:nvSpPr>
          <p:cNvPr id="48" name="Google Shape;48;p5"/>
          <p:cNvSpPr/>
          <p:nvPr/>
        </p:nvSpPr>
        <p:spPr>
          <a:xfrm>
            <a:off x="16237150" y="152400"/>
            <a:ext cx="1898400" cy="126300"/>
          </a:xfrm>
          <a:prstGeom prst="rect">
            <a:avLst/>
          </a:prstGeom>
          <a:noFill/>
          <a:ln>
            <a:noFill/>
          </a:ln>
        </p:spPr>
        <p:txBody>
          <a:bodyPr spcFirstLastPara="1" wrap="square" lIns="0" tIns="0" rIns="0" bIns="0" anchor="t" anchorCtr="0">
            <a:noAutofit/>
          </a:bodyPr>
          <a:lstStyle/>
          <a:p>
            <a:pPr marL="0" lvl="0" indent="0" algn="r" rtl="0">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marL="0" marR="0" lvl="0" indent="0" algn="r" rtl="0">
              <a:lnSpc>
                <a:spcPct val="119000"/>
              </a:lnSpc>
              <a:spcBef>
                <a:spcPts val="0"/>
              </a:spcBef>
              <a:spcAft>
                <a:spcPts val="0"/>
              </a:spcAft>
              <a:buClr>
                <a:srgbClr val="000000"/>
              </a:buClr>
              <a:buSzPts val="900"/>
              <a:buFont typeface="DM Mono"/>
              <a:buNone/>
            </a:pPr>
            <a:endParaRPr sz="900">
              <a:latin typeface="DM Mono"/>
              <a:ea typeface="DM Mono"/>
              <a:cs typeface="DM Mono"/>
              <a:sym typeface="DM Mono"/>
            </a:endParaRPr>
          </a:p>
        </p:txBody>
      </p:sp>
      <p:sp>
        <p:nvSpPr>
          <p:cNvPr id="49" name="Google Shape;49;p5"/>
          <p:cNvSpPr/>
          <p:nvPr/>
        </p:nvSpPr>
        <p:spPr>
          <a:xfrm>
            <a:off x="152400" y="4596600"/>
            <a:ext cx="15390300" cy="50046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1800"/>
              </a:spcBef>
              <a:spcAft>
                <a:spcPts val="0"/>
              </a:spcAft>
              <a:buClr>
                <a:schemeClr val="dk1"/>
              </a:buClr>
              <a:buSzPts val="1100"/>
              <a:buFont typeface="Arial"/>
              <a:buNone/>
            </a:pPr>
            <a:endParaRPr sz="2400" b="1">
              <a:solidFill>
                <a:schemeClr val="dk1"/>
              </a:solidFill>
              <a:latin typeface="DM Sans"/>
              <a:ea typeface="DM Sans"/>
              <a:cs typeface="DM Sans"/>
              <a:sym typeface="DM Sans"/>
            </a:endParaRPr>
          </a:p>
          <a:p>
            <a:pPr marL="0" lvl="0" indent="0" algn="l" rtl="0">
              <a:lnSpc>
                <a:spcPct val="115000"/>
              </a:lnSpc>
              <a:spcBef>
                <a:spcPts val="1200"/>
              </a:spcBef>
              <a:spcAft>
                <a:spcPts val="0"/>
              </a:spcAft>
              <a:buClr>
                <a:schemeClr val="dk1"/>
              </a:buClr>
              <a:buSzPts val="1100"/>
              <a:buFont typeface="Arial"/>
              <a:buNone/>
            </a:pPr>
            <a:r>
              <a:rPr lang="en-US" sz="2400" b="1">
                <a:solidFill>
                  <a:schemeClr val="dk1"/>
                </a:solidFill>
                <a:latin typeface="DM Sans"/>
                <a:ea typeface="DM Sans"/>
                <a:cs typeface="DM Sans"/>
                <a:sym typeface="DM Sans"/>
              </a:rPr>
              <a:t>Activity Overview</a:t>
            </a:r>
            <a:r>
              <a:rPr lang="en-US" sz="2400">
                <a:solidFill>
                  <a:schemeClr val="dk1"/>
                </a:solidFill>
                <a:latin typeface="DM Sans"/>
                <a:ea typeface="DM Sans"/>
                <a:cs typeface="DM Sans"/>
                <a:sym typeface="DM Sans"/>
              </a:rPr>
              <a:t>….</a:t>
            </a:r>
            <a:endParaRPr sz="2400">
              <a:solidFill>
                <a:schemeClr val="dk1"/>
              </a:solidFill>
              <a:latin typeface="DM Sans"/>
              <a:ea typeface="DM Sans"/>
              <a:cs typeface="DM Sans"/>
              <a:sym typeface="DM Sans"/>
            </a:endParaRPr>
          </a:p>
          <a:p>
            <a:pPr marL="0" lvl="0" indent="0" algn="l" rtl="0">
              <a:lnSpc>
                <a:spcPct val="115000"/>
              </a:lnSpc>
              <a:spcBef>
                <a:spcPts val="1200"/>
              </a:spcBef>
              <a:spcAft>
                <a:spcPts val="0"/>
              </a:spcAft>
              <a:buClr>
                <a:schemeClr val="dk1"/>
              </a:buClr>
              <a:buSzPts val="1100"/>
              <a:buFont typeface="Arial"/>
              <a:buNone/>
            </a:pPr>
            <a:r>
              <a:rPr lang="en-US" sz="2400">
                <a:solidFill>
                  <a:schemeClr val="dk1"/>
                </a:solidFill>
                <a:latin typeface="DM Sans"/>
                <a:ea typeface="DM Sans"/>
                <a:cs typeface="DM Sans"/>
                <a:sym typeface="DM Sans"/>
              </a:rPr>
              <a:t>.</a:t>
            </a:r>
            <a:endParaRPr sz="2400">
              <a:solidFill>
                <a:schemeClr val="dk1"/>
              </a:solidFill>
              <a:latin typeface="DM Sans"/>
              <a:ea typeface="DM Sans"/>
              <a:cs typeface="DM Sans"/>
              <a:sym typeface="DM Sans"/>
            </a:endParaRPr>
          </a:p>
          <a:p>
            <a:pPr marL="0" lvl="0" indent="0" algn="l" rtl="0">
              <a:lnSpc>
                <a:spcPct val="115000"/>
              </a:lnSpc>
              <a:spcBef>
                <a:spcPts val="1200"/>
              </a:spcBef>
              <a:spcAft>
                <a:spcPts val="0"/>
              </a:spcAft>
              <a:buClr>
                <a:schemeClr val="dk1"/>
              </a:buClr>
              <a:buSzPts val="1100"/>
              <a:buFont typeface="Arial"/>
              <a:buNone/>
            </a:pPr>
            <a:r>
              <a:rPr lang="en-US" sz="2400" b="1">
                <a:solidFill>
                  <a:schemeClr val="dk1"/>
                </a:solidFill>
                <a:latin typeface="DM Sans"/>
                <a:ea typeface="DM Sans"/>
                <a:cs typeface="DM Sans"/>
                <a:sym typeface="DM Sans"/>
              </a:rPr>
              <a:t>The Digital User Journey</a:t>
            </a:r>
            <a:endParaRPr sz="2400" b="1">
              <a:solidFill>
                <a:schemeClr val="dk1"/>
              </a:solidFill>
              <a:latin typeface="DM Sans"/>
              <a:ea typeface="DM Sans"/>
              <a:cs typeface="DM Sans"/>
              <a:sym typeface="DM Sans"/>
            </a:endParaRPr>
          </a:p>
          <a:p>
            <a:pPr marL="457200" lvl="0" indent="-381000" algn="l" rtl="0">
              <a:lnSpc>
                <a:spcPct val="115000"/>
              </a:lnSpc>
              <a:spcBef>
                <a:spcPts val="1200"/>
              </a:spcBef>
              <a:spcAft>
                <a:spcPts val="0"/>
              </a:spcAft>
              <a:buClr>
                <a:schemeClr val="dk1"/>
              </a:buClr>
              <a:buSzPts val="2400"/>
              <a:buFont typeface="DM Sans"/>
              <a:buAutoNum type="arabicPeriod"/>
            </a:pPr>
            <a:r>
              <a:rPr lang="en-US" sz="2400">
                <a:solidFill>
                  <a:schemeClr val="dk1"/>
                </a:solidFill>
                <a:latin typeface="DM Sans"/>
                <a:ea typeface="DM Sans"/>
                <a:cs typeface="DM Sans"/>
                <a:sym typeface="DM Sans"/>
              </a:rPr>
              <a:t>….</a:t>
            </a:r>
            <a:endParaRPr sz="2400">
              <a:solidFill>
                <a:schemeClr val="dk1"/>
              </a:solidFill>
              <a:latin typeface="DM Sans"/>
              <a:ea typeface="DM Sans"/>
              <a:cs typeface="DM Sans"/>
              <a:sym typeface="DM Sans"/>
            </a:endParaRPr>
          </a:p>
          <a:p>
            <a:pPr marL="457200" lvl="0" indent="-381000" algn="l" rtl="0">
              <a:lnSpc>
                <a:spcPct val="115000"/>
              </a:lnSpc>
              <a:spcBef>
                <a:spcPts val="0"/>
              </a:spcBef>
              <a:spcAft>
                <a:spcPts val="0"/>
              </a:spcAft>
              <a:buClr>
                <a:schemeClr val="dk1"/>
              </a:buClr>
              <a:buSzPts val="2400"/>
              <a:buFont typeface="DM Sans"/>
              <a:buAutoNum type="arabicPeriod"/>
            </a:pPr>
            <a:endParaRPr sz="2400">
              <a:solidFill>
                <a:schemeClr val="dk1"/>
              </a:solidFill>
              <a:latin typeface="DM Sans"/>
              <a:ea typeface="DM Sans"/>
              <a:cs typeface="DM Sans"/>
              <a:sym typeface="DM Sans"/>
            </a:endParaRPr>
          </a:p>
          <a:p>
            <a:pPr marL="0" lvl="0" indent="0" algn="l" rtl="0">
              <a:lnSpc>
                <a:spcPct val="115000"/>
              </a:lnSpc>
              <a:spcBef>
                <a:spcPts val="1200"/>
              </a:spcBef>
              <a:spcAft>
                <a:spcPts val="1200"/>
              </a:spcAft>
              <a:buNone/>
            </a:pPr>
            <a:endParaRPr sz="2400" b="1">
              <a:solidFill>
                <a:schemeClr val="dk1"/>
              </a:solidFill>
              <a:latin typeface="DM Sans"/>
              <a:ea typeface="DM Sans"/>
              <a:cs typeface="DM Sans"/>
              <a:sym typeface="DM Sans"/>
            </a:endParaRPr>
          </a:p>
        </p:txBody>
      </p:sp>
      <p:sp>
        <p:nvSpPr>
          <p:cNvPr id="50" name="Google Shape;50;p5"/>
          <p:cNvSpPr/>
          <p:nvPr/>
        </p:nvSpPr>
        <p:spPr>
          <a:xfrm>
            <a:off x="152400" y="904875"/>
            <a:ext cx="12098700" cy="895500"/>
          </a:xfrm>
          <a:prstGeom prst="rect">
            <a:avLst/>
          </a:prstGeom>
          <a:noFill/>
          <a:ln>
            <a:noFill/>
          </a:ln>
        </p:spPr>
        <p:txBody>
          <a:bodyPr spcFirstLastPara="1" wrap="square" lIns="0" tIns="0" rIns="0" bIns="0" anchor="t" anchorCtr="0">
            <a:noAutofit/>
          </a:bodyPr>
          <a:lstStyle/>
          <a:p>
            <a:pPr marL="0" lvl="0" indent="0" algn="l" rtl="0">
              <a:lnSpc>
                <a:spcPct val="76500"/>
              </a:lnSpc>
              <a:spcBef>
                <a:spcPts val="0"/>
              </a:spcBef>
              <a:spcAft>
                <a:spcPts val="0"/>
              </a:spcAft>
              <a:buClr>
                <a:schemeClr val="dk1"/>
              </a:buClr>
              <a:buSzPts val="7800"/>
              <a:buFont typeface="League Gothic"/>
              <a:buNone/>
            </a:pPr>
            <a:r>
              <a:rPr lang="en-US" sz="11700">
                <a:solidFill>
                  <a:schemeClr val="dk1"/>
                </a:solidFill>
                <a:latin typeface="League Gothic"/>
                <a:ea typeface="League Gothic"/>
                <a:cs typeface="League Gothic"/>
                <a:sym typeface="League Gothic"/>
              </a:rPr>
              <a:t>The Ask</a:t>
            </a:r>
            <a:endParaRPr sz="7800">
              <a:latin typeface="League Gothic"/>
              <a:ea typeface="League Gothic"/>
              <a:cs typeface="League Gothic"/>
              <a:sym typeface="League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55"/>
        <p:cNvGrpSpPr/>
        <p:nvPr/>
      </p:nvGrpSpPr>
      <p:grpSpPr>
        <a:xfrm>
          <a:off x="0" y="0"/>
          <a:ext cx="0" cy="0"/>
          <a:chOff x="0" y="0"/>
          <a:chExt cx="0" cy="0"/>
        </a:xfrm>
      </p:grpSpPr>
      <p:pic>
        <p:nvPicPr>
          <p:cNvPr id="56" name="Google Shape;56;p6" descr="preencoded.png"/>
          <p:cNvPicPr preferRelativeResize="0"/>
          <p:nvPr/>
        </p:nvPicPr>
        <p:blipFill rotWithShape="1">
          <a:blip r:embed="rId3">
            <a:alphaModFix/>
          </a:blip>
          <a:srcRect/>
          <a:stretch/>
        </p:blipFill>
        <p:spPr>
          <a:xfrm>
            <a:off x="152400" y="152400"/>
            <a:ext cx="828675" cy="357188"/>
          </a:xfrm>
          <a:prstGeom prst="rect">
            <a:avLst/>
          </a:prstGeom>
          <a:noFill/>
          <a:ln>
            <a:noFill/>
          </a:ln>
        </p:spPr>
      </p:pic>
      <p:pic>
        <p:nvPicPr>
          <p:cNvPr id="57" name="Google Shape;57;p6" descr="preencoded.png"/>
          <p:cNvPicPr preferRelativeResize="0"/>
          <p:nvPr/>
        </p:nvPicPr>
        <p:blipFill rotWithShape="1">
          <a:blip r:embed="rId4">
            <a:alphaModFix/>
          </a:blip>
          <a:srcRect/>
          <a:stretch/>
        </p:blipFill>
        <p:spPr>
          <a:xfrm>
            <a:off x="152400" y="652463"/>
            <a:ext cx="17983197" cy="18288"/>
          </a:xfrm>
          <a:prstGeom prst="rect">
            <a:avLst/>
          </a:prstGeom>
          <a:noFill/>
          <a:ln>
            <a:noFill/>
          </a:ln>
        </p:spPr>
      </p:pic>
      <p:sp>
        <p:nvSpPr>
          <p:cNvPr id="58" name="Google Shape;58;p6"/>
          <p:cNvSpPr/>
          <p:nvPr/>
        </p:nvSpPr>
        <p:spPr>
          <a:xfrm>
            <a:off x="9420225" y="885825"/>
            <a:ext cx="3393000" cy="257100"/>
          </a:xfrm>
          <a:prstGeom prst="rect">
            <a:avLst/>
          </a:prstGeom>
          <a:noFill/>
          <a:ln>
            <a:noFill/>
          </a:ln>
        </p:spPr>
        <p:txBody>
          <a:bodyPr spcFirstLastPara="1" wrap="square" lIns="0" tIns="0" rIns="0" bIns="0" anchor="t" anchorCtr="0">
            <a:noAutofit/>
          </a:bodyPr>
          <a:lstStyle/>
          <a:p>
            <a:pPr marL="0" marR="0" lvl="0" indent="0" algn="l" rtl="0">
              <a:lnSpc>
                <a:spcPct val="110476"/>
              </a:lnSpc>
              <a:spcBef>
                <a:spcPts val="0"/>
              </a:spcBef>
              <a:spcAft>
                <a:spcPts val="0"/>
              </a:spcAft>
              <a:buClr>
                <a:srgbClr val="000000"/>
              </a:buClr>
              <a:buSzPts val="1575"/>
              <a:buFont typeface="DM Sans"/>
              <a:buNone/>
            </a:pPr>
            <a:r>
              <a:rPr lang="en-US" sz="1575" b="1">
                <a:latin typeface="DM Sans"/>
                <a:ea typeface="DM Sans"/>
                <a:cs typeface="DM Sans"/>
                <a:sym typeface="DM Sans"/>
              </a:rPr>
              <a:t>Strategy &amp; Venture </a:t>
            </a:r>
            <a:endParaRPr sz="1575" b="0" i="0" u="none" strike="noStrike" cap="none">
              <a:solidFill>
                <a:schemeClr val="dk1"/>
              </a:solidFill>
              <a:latin typeface="Calibri"/>
              <a:ea typeface="Calibri"/>
              <a:cs typeface="Calibri"/>
              <a:sym typeface="Calibri"/>
            </a:endParaRPr>
          </a:p>
        </p:txBody>
      </p:sp>
      <p:sp>
        <p:nvSpPr>
          <p:cNvPr id="59" name="Google Shape;59;p6"/>
          <p:cNvSpPr/>
          <p:nvPr/>
        </p:nvSpPr>
        <p:spPr>
          <a:xfrm>
            <a:off x="14039850" y="885825"/>
            <a:ext cx="2456400" cy="257100"/>
          </a:xfrm>
          <a:prstGeom prst="rect">
            <a:avLst/>
          </a:prstGeom>
          <a:noFill/>
          <a:ln>
            <a:noFill/>
          </a:ln>
        </p:spPr>
        <p:txBody>
          <a:bodyPr spcFirstLastPara="1" wrap="square" lIns="0" tIns="0" rIns="0" bIns="0" anchor="t" anchorCtr="0">
            <a:noAutofit/>
          </a:bodyPr>
          <a:lstStyle/>
          <a:p>
            <a:pPr marL="0" marR="0" lvl="0" indent="0" algn="l" rtl="0">
              <a:lnSpc>
                <a:spcPct val="110476"/>
              </a:lnSpc>
              <a:spcBef>
                <a:spcPts val="0"/>
              </a:spcBef>
              <a:spcAft>
                <a:spcPts val="0"/>
              </a:spcAft>
              <a:buClr>
                <a:srgbClr val="000000"/>
              </a:buClr>
              <a:buSzPts val="1575"/>
              <a:buFont typeface="DM Sans"/>
              <a:buNone/>
            </a:pPr>
            <a:r>
              <a:rPr lang="en-US" sz="1575" b="1">
                <a:latin typeface="DM Sans"/>
                <a:ea typeface="DM Sans"/>
                <a:cs typeface="DM Sans"/>
                <a:sym typeface="DM Sans"/>
              </a:rPr>
              <a:t>Product Design &amp; Build </a:t>
            </a:r>
            <a:endParaRPr sz="1575" b="0" i="0" u="none" strike="noStrike" cap="none">
              <a:solidFill>
                <a:schemeClr val="dk1"/>
              </a:solidFill>
              <a:latin typeface="Calibri"/>
              <a:ea typeface="Calibri"/>
              <a:cs typeface="Calibri"/>
              <a:sym typeface="Calibri"/>
            </a:endParaRPr>
          </a:p>
        </p:txBody>
      </p:sp>
      <p:sp>
        <p:nvSpPr>
          <p:cNvPr id="60" name="Google Shape;60;p6"/>
          <p:cNvSpPr/>
          <p:nvPr/>
        </p:nvSpPr>
        <p:spPr>
          <a:xfrm>
            <a:off x="9420225" y="5691200"/>
            <a:ext cx="3038400" cy="257100"/>
          </a:xfrm>
          <a:prstGeom prst="rect">
            <a:avLst/>
          </a:prstGeom>
          <a:noFill/>
          <a:ln>
            <a:noFill/>
          </a:ln>
        </p:spPr>
        <p:txBody>
          <a:bodyPr spcFirstLastPara="1" wrap="square" lIns="0" tIns="0" rIns="0" bIns="0" anchor="t" anchorCtr="0">
            <a:noAutofit/>
          </a:bodyPr>
          <a:lstStyle/>
          <a:p>
            <a:pPr marL="0" marR="0" lvl="0" indent="0" algn="l" rtl="0">
              <a:lnSpc>
                <a:spcPct val="110476"/>
              </a:lnSpc>
              <a:spcBef>
                <a:spcPts val="0"/>
              </a:spcBef>
              <a:spcAft>
                <a:spcPts val="0"/>
              </a:spcAft>
              <a:buClr>
                <a:srgbClr val="000000"/>
              </a:buClr>
              <a:buSzPts val="1575"/>
              <a:buFont typeface="DM Sans"/>
              <a:buNone/>
            </a:pPr>
            <a:r>
              <a:rPr lang="en-US" sz="1575" b="1">
                <a:latin typeface="DM Sans"/>
                <a:ea typeface="DM Sans"/>
                <a:cs typeface="DM Sans"/>
                <a:sym typeface="DM Sans"/>
              </a:rPr>
              <a:t>Marketing </a:t>
            </a:r>
            <a:endParaRPr sz="1575" b="0" i="0" u="none" strike="noStrike" cap="none">
              <a:solidFill>
                <a:schemeClr val="dk1"/>
              </a:solidFill>
              <a:latin typeface="Calibri"/>
              <a:ea typeface="Calibri"/>
              <a:cs typeface="Calibri"/>
              <a:sym typeface="Calibri"/>
            </a:endParaRPr>
          </a:p>
        </p:txBody>
      </p:sp>
      <p:sp>
        <p:nvSpPr>
          <p:cNvPr id="61" name="Google Shape;61;p6"/>
          <p:cNvSpPr/>
          <p:nvPr/>
        </p:nvSpPr>
        <p:spPr>
          <a:xfrm>
            <a:off x="14039850" y="5691200"/>
            <a:ext cx="2819400" cy="257100"/>
          </a:xfrm>
          <a:prstGeom prst="rect">
            <a:avLst/>
          </a:prstGeom>
          <a:noFill/>
          <a:ln>
            <a:noFill/>
          </a:ln>
        </p:spPr>
        <p:txBody>
          <a:bodyPr spcFirstLastPara="1" wrap="square" lIns="0" tIns="0" rIns="0" bIns="0" anchor="t" anchorCtr="0">
            <a:noAutofit/>
          </a:bodyPr>
          <a:lstStyle/>
          <a:p>
            <a:pPr marL="0" marR="0" lvl="0" indent="0" algn="l" rtl="0">
              <a:lnSpc>
                <a:spcPct val="110476"/>
              </a:lnSpc>
              <a:spcBef>
                <a:spcPts val="0"/>
              </a:spcBef>
              <a:spcAft>
                <a:spcPts val="0"/>
              </a:spcAft>
              <a:buClr>
                <a:srgbClr val="000000"/>
              </a:buClr>
              <a:buSzPts val="1575"/>
              <a:buFont typeface="DM Sans"/>
              <a:buNone/>
            </a:pPr>
            <a:r>
              <a:rPr lang="en-US" sz="1575" b="1">
                <a:latin typeface="DM Sans"/>
                <a:ea typeface="DM Sans"/>
                <a:cs typeface="DM Sans"/>
                <a:sym typeface="DM Sans"/>
              </a:rPr>
              <a:t>Data  &amp; Insights</a:t>
            </a:r>
            <a:endParaRPr sz="1575" b="0" i="0" u="none" strike="noStrike" cap="none">
              <a:solidFill>
                <a:schemeClr val="dk1"/>
              </a:solidFill>
              <a:latin typeface="Calibri"/>
              <a:ea typeface="Calibri"/>
              <a:cs typeface="Calibri"/>
              <a:sym typeface="Calibri"/>
            </a:endParaRPr>
          </a:p>
        </p:txBody>
      </p:sp>
      <p:sp>
        <p:nvSpPr>
          <p:cNvPr id="62" name="Google Shape;62;p6"/>
          <p:cNvSpPr/>
          <p:nvPr/>
        </p:nvSpPr>
        <p:spPr>
          <a:xfrm>
            <a:off x="152400" y="904875"/>
            <a:ext cx="8982000" cy="1790700"/>
          </a:xfrm>
          <a:prstGeom prst="rect">
            <a:avLst/>
          </a:prstGeom>
          <a:noFill/>
          <a:ln>
            <a:noFill/>
          </a:ln>
        </p:spPr>
        <p:txBody>
          <a:bodyPr spcFirstLastPara="1" wrap="square" lIns="0" tIns="0" rIns="0" bIns="0" anchor="t" anchorCtr="0">
            <a:noAutofit/>
          </a:bodyPr>
          <a:lstStyle/>
          <a:p>
            <a:pPr marL="0" marR="0" lvl="0" indent="0" algn="l" rtl="0">
              <a:lnSpc>
                <a:spcPct val="76500"/>
              </a:lnSpc>
              <a:spcBef>
                <a:spcPts val="0"/>
              </a:spcBef>
              <a:spcAft>
                <a:spcPts val="0"/>
              </a:spcAft>
              <a:buClr>
                <a:srgbClr val="000000"/>
              </a:buClr>
              <a:buSzPts val="7800"/>
              <a:buFont typeface="League Gothic"/>
              <a:buNone/>
            </a:pPr>
            <a:r>
              <a:rPr lang="en-US" sz="11700">
                <a:latin typeface="League Gothic"/>
                <a:ea typeface="League Gothic"/>
                <a:cs typeface="League Gothic"/>
                <a:sym typeface="League Gothic"/>
              </a:rPr>
              <a:t>Scope + Services</a:t>
            </a:r>
            <a:endParaRPr sz="11700" b="0" i="0" u="none" strike="noStrike" cap="none">
              <a:solidFill>
                <a:schemeClr val="dk1"/>
              </a:solidFill>
              <a:latin typeface="Calibri"/>
              <a:ea typeface="Calibri"/>
              <a:cs typeface="Calibri"/>
              <a:sym typeface="Calibri"/>
            </a:endParaRPr>
          </a:p>
        </p:txBody>
      </p:sp>
      <p:sp>
        <p:nvSpPr>
          <p:cNvPr id="63" name="Google Shape;63;p6"/>
          <p:cNvSpPr/>
          <p:nvPr/>
        </p:nvSpPr>
        <p:spPr>
          <a:xfrm>
            <a:off x="152400" y="9278650"/>
            <a:ext cx="5766000" cy="819300"/>
          </a:xfrm>
          <a:prstGeom prst="rect">
            <a:avLst/>
          </a:prstGeom>
          <a:noFill/>
          <a:ln>
            <a:noFill/>
          </a:ln>
        </p:spPr>
        <p:txBody>
          <a:bodyPr spcFirstLastPara="1" wrap="square" lIns="0" tIns="0" rIns="0" bIns="0" anchor="t" anchorCtr="0">
            <a:noAutofit/>
          </a:bodyPr>
          <a:lstStyle/>
          <a:p>
            <a:pPr marL="0" marR="0" lvl="0" indent="0" algn="l" rtl="0">
              <a:lnSpc>
                <a:spcPct val="102000"/>
              </a:lnSpc>
              <a:spcBef>
                <a:spcPts val="0"/>
              </a:spcBef>
              <a:spcAft>
                <a:spcPts val="0"/>
              </a:spcAft>
              <a:buClr>
                <a:srgbClr val="000000"/>
              </a:buClr>
              <a:buSzPts val="2700"/>
              <a:buFont typeface="DM Sans"/>
              <a:buNone/>
            </a:pPr>
            <a:r>
              <a:rPr lang="en-US" sz="2200">
                <a:latin typeface="DM Sans"/>
                <a:ea typeface="DM Sans"/>
                <a:cs typeface="DM Sans"/>
                <a:sym typeface="DM Sans"/>
              </a:rPr>
              <a:t>Creating tomorrow’s digital products, services and experiences.</a:t>
            </a:r>
            <a:endParaRPr sz="2200" b="0" i="0" u="none" strike="noStrike" cap="none">
              <a:solidFill>
                <a:srgbClr val="000000"/>
              </a:solidFill>
              <a:latin typeface="DM Sans"/>
              <a:ea typeface="DM Sans"/>
              <a:cs typeface="DM Sans"/>
              <a:sym typeface="DM Sans"/>
            </a:endParaRPr>
          </a:p>
          <a:p>
            <a:pPr marL="0" marR="0" lvl="0" indent="0" algn="l" rtl="0">
              <a:lnSpc>
                <a:spcPct val="102000"/>
              </a:lnSpc>
              <a:spcBef>
                <a:spcPts val="0"/>
              </a:spcBef>
              <a:spcAft>
                <a:spcPts val="0"/>
              </a:spcAft>
              <a:buClr>
                <a:srgbClr val="000000"/>
              </a:buClr>
              <a:buSzPts val="2700"/>
              <a:buFont typeface="DM Sans"/>
              <a:buNone/>
            </a:pPr>
            <a:endParaRPr sz="2200">
              <a:latin typeface="DM Sans"/>
              <a:ea typeface="DM Sans"/>
              <a:cs typeface="DM Sans"/>
              <a:sym typeface="DM Sans"/>
            </a:endParaRPr>
          </a:p>
        </p:txBody>
      </p:sp>
      <p:cxnSp>
        <p:nvCxnSpPr>
          <p:cNvPr id="64" name="Google Shape;64;p6"/>
          <p:cNvCxnSpPr/>
          <p:nvPr/>
        </p:nvCxnSpPr>
        <p:spPr>
          <a:xfrm>
            <a:off x="9144000" y="670747"/>
            <a:ext cx="0" cy="9642600"/>
          </a:xfrm>
          <a:prstGeom prst="straightConnector1">
            <a:avLst/>
          </a:prstGeom>
          <a:noFill/>
          <a:ln w="9525" cap="flat" cmpd="sng">
            <a:solidFill>
              <a:schemeClr val="dk2"/>
            </a:solidFill>
            <a:prstDash val="solid"/>
            <a:round/>
            <a:headEnd type="none" w="med" len="med"/>
            <a:tailEnd type="none" w="med" len="med"/>
          </a:ln>
        </p:spPr>
      </p:cxnSp>
      <p:cxnSp>
        <p:nvCxnSpPr>
          <p:cNvPr id="65" name="Google Shape;65;p6"/>
          <p:cNvCxnSpPr/>
          <p:nvPr/>
        </p:nvCxnSpPr>
        <p:spPr>
          <a:xfrm>
            <a:off x="13807975" y="670747"/>
            <a:ext cx="0" cy="9642600"/>
          </a:xfrm>
          <a:prstGeom prst="straightConnector1">
            <a:avLst/>
          </a:prstGeom>
          <a:noFill/>
          <a:ln w="9525" cap="flat" cmpd="sng">
            <a:solidFill>
              <a:schemeClr val="dk2"/>
            </a:solidFill>
            <a:prstDash val="solid"/>
            <a:round/>
            <a:headEnd type="none" w="med" len="med"/>
            <a:tailEnd type="none" w="med" len="med"/>
          </a:ln>
        </p:spPr>
      </p:cxnSp>
      <p:cxnSp>
        <p:nvCxnSpPr>
          <p:cNvPr id="66" name="Google Shape;66;p6"/>
          <p:cNvCxnSpPr/>
          <p:nvPr/>
        </p:nvCxnSpPr>
        <p:spPr>
          <a:xfrm>
            <a:off x="9141800" y="5419400"/>
            <a:ext cx="9152700" cy="0"/>
          </a:xfrm>
          <a:prstGeom prst="straightConnector1">
            <a:avLst/>
          </a:prstGeom>
          <a:noFill/>
          <a:ln w="9525" cap="flat" cmpd="sng">
            <a:solidFill>
              <a:schemeClr val="dk2"/>
            </a:solidFill>
            <a:prstDash val="solid"/>
            <a:round/>
            <a:headEnd type="none" w="med" len="med"/>
            <a:tailEnd type="none" w="med" len="med"/>
          </a:ln>
        </p:spPr>
      </p:cxnSp>
      <p:sp>
        <p:nvSpPr>
          <p:cNvPr id="67" name="Google Shape;67;p6"/>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4</a:t>
            </a:fld>
            <a:endParaRPr/>
          </a:p>
        </p:txBody>
      </p:sp>
      <p:sp>
        <p:nvSpPr>
          <p:cNvPr id="68" name="Google Shape;68;p6"/>
          <p:cNvSpPr/>
          <p:nvPr/>
        </p:nvSpPr>
        <p:spPr>
          <a:xfrm>
            <a:off x="17176400" y="152400"/>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b="0" i="0" u="none" strike="noStrike" cap="none">
                <a:solidFill>
                  <a:srgbClr val="000000"/>
                </a:solidFill>
                <a:latin typeface="DM Mono"/>
                <a:ea typeface="DM Mono"/>
                <a:cs typeface="DM Mono"/>
                <a:sym typeface="DM Mono"/>
              </a:rPr>
              <a:t>PRESENTATION</a:t>
            </a:r>
            <a:br>
              <a:rPr lang="en-US" sz="900" b="0" i="0" u="none" strike="noStrike" cap="none">
                <a:solidFill>
                  <a:srgbClr val="000000"/>
                </a:solidFill>
                <a:latin typeface="DM Mono"/>
                <a:ea typeface="DM Mono"/>
                <a:cs typeface="DM Mono"/>
                <a:sym typeface="DM Mono"/>
              </a:rPr>
            </a:br>
            <a:endParaRPr sz="900" b="0" i="0" u="none" strike="noStrike" cap="none">
              <a:solidFill>
                <a:schemeClr val="dk1"/>
              </a:solidFill>
              <a:latin typeface="Calibri"/>
              <a:ea typeface="Calibri"/>
              <a:cs typeface="Calibri"/>
              <a:sym typeface="Calibri"/>
            </a:endParaRPr>
          </a:p>
        </p:txBody>
      </p:sp>
      <p:sp>
        <p:nvSpPr>
          <p:cNvPr id="69" name="Google Shape;69;p6"/>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sp>
        <p:nvSpPr>
          <p:cNvPr id="70" name="Google Shape;70;p6"/>
          <p:cNvSpPr/>
          <p:nvPr/>
        </p:nvSpPr>
        <p:spPr>
          <a:xfrm>
            <a:off x="14039850" y="1733475"/>
            <a:ext cx="3711900" cy="3875100"/>
          </a:xfrm>
          <a:prstGeom prst="rect">
            <a:avLst/>
          </a:prstGeom>
          <a:noFill/>
          <a:ln>
            <a:noFill/>
          </a:ln>
        </p:spPr>
        <p:txBody>
          <a:bodyPr spcFirstLastPara="1" wrap="square" lIns="0" tIns="0" rIns="0" bIns="0" anchor="t" anchorCtr="0">
            <a:noAutofit/>
          </a:bodyPr>
          <a:lstStyle/>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User research &amp; usability testing </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Product strategy</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Design - brand, experience, visual, UX/UI</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Product development - prototyping, wireframing, front-end/back-end </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development &amp; quality assurance &amp; testing </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Product lifecycle management </a:t>
            </a:r>
            <a:endParaRPr sz="15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550">
              <a:solidFill>
                <a:schemeClr val="dk1"/>
              </a:solidFill>
              <a:latin typeface="DM Sans"/>
              <a:ea typeface="DM Sans"/>
              <a:cs typeface="DM Sans"/>
              <a:sym typeface="DM Sans"/>
            </a:endParaRPr>
          </a:p>
          <a:p>
            <a:pPr marL="0" marR="0" lvl="0" indent="0" algn="l" rtl="0">
              <a:lnSpc>
                <a:spcPct val="76500"/>
              </a:lnSpc>
              <a:spcBef>
                <a:spcPts val="0"/>
              </a:spcBef>
              <a:spcAft>
                <a:spcPts val="0"/>
              </a:spcAft>
              <a:buClr>
                <a:srgbClr val="000000"/>
              </a:buClr>
              <a:buSzPts val="18600"/>
              <a:buFont typeface="League Gothic"/>
              <a:buNone/>
            </a:pPr>
            <a:endParaRPr sz="1550">
              <a:solidFill>
                <a:schemeClr val="dk1"/>
              </a:solidFill>
              <a:latin typeface="DM Sans"/>
              <a:ea typeface="DM Sans"/>
              <a:cs typeface="DM Sans"/>
              <a:sym typeface="DM Sans"/>
            </a:endParaRPr>
          </a:p>
        </p:txBody>
      </p:sp>
      <p:sp>
        <p:nvSpPr>
          <p:cNvPr id="71" name="Google Shape;71;p6"/>
          <p:cNvSpPr/>
          <p:nvPr/>
        </p:nvSpPr>
        <p:spPr>
          <a:xfrm>
            <a:off x="9420225" y="6481400"/>
            <a:ext cx="3897600" cy="2124000"/>
          </a:xfrm>
          <a:prstGeom prst="rect">
            <a:avLst/>
          </a:prstGeom>
          <a:noFill/>
          <a:ln>
            <a:noFill/>
          </a:ln>
        </p:spPr>
        <p:txBody>
          <a:bodyPr spcFirstLastPara="1" wrap="square" lIns="0" tIns="0" rIns="0" bIns="0" anchor="t" anchorCtr="0">
            <a:noAutofit/>
          </a:bodyPr>
          <a:lstStyle/>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Marketing strategy &amp; planning</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Fan Lifecycle Marketing - CLM/CRM, loyalty &amp; retention, data-driven insights</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Campaign Activation &amp; Management</a:t>
            </a:r>
            <a:endParaRPr sz="155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550">
              <a:solidFill>
                <a:schemeClr val="dk1"/>
              </a:solidFill>
              <a:latin typeface="DM Sans"/>
              <a:ea typeface="DM Sans"/>
              <a:cs typeface="DM Sans"/>
              <a:sym typeface="DM Sans"/>
            </a:endParaRPr>
          </a:p>
          <a:p>
            <a:pPr marL="0" marR="0" lvl="0" indent="0" algn="ctr" rtl="0">
              <a:lnSpc>
                <a:spcPct val="76500"/>
              </a:lnSpc>
              <a:spcBef>
                <a:spcPts val="0"/>
              </a:spcBef>
              <a:spcAft>
                <a:spcPts val="0"/>
              </a:spcAft>
              <a:buClr>
                <a:srgbClr val="000000"/>
              </a:buClr>
              <a:buSzPts val="18600"/>
              <a:buFont typeface="League Gothic"/>
              <a:buNone/>
            </a:pPr>
            <a:endParaRPr sz="1550">
              <a:latin typeface="DM Sans"/>
              <a:ea typeface="DM Sans"/>
              <a:cs typeface="DM Sans"/>
              <a:sym typeface="DM Sans"/>
            </a:endParaRPr>
          </a:p>
        </p:txBody>
      </p:sp>
      <p:sp>
        <p:nvSpPr>
          <p:cNvPr id="72" name="Google Shape;72;p6"/>
          <p:cNvSpPr/>
          <p:nvPr/>
        </p:nvSpPr>
        <p:spPr>
          <a:xfrm>
            <a:off x="14039850" y="6481400"/>
            <a:ext cx="3897600" cy="2124000"/>
          </a:xfrm>
          <a:prstGeom prst="rect">
            <a:avLst/>
          </a:prstGeom>
          <a:noFill/>
          <a:ln>
            <a:noFill/>
          </a:ln>
        </p:spPr>
        <p:txBody>
          <a:bodyPr spcFirstLastPara="1" wrap="square" lIns="0" tIns="0" rIns="0" bIns="0" anchor="t" anchorCtr="0">
            <a:noAutofit/>
          </a:bodyPr>
          <a:lstStyle/>
          <a:p>
            <a:pPr marL="0" marR="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Audience &amp; fan segmentation</a:t>
            </a: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Data-driven decision making</a:t>
            </a: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Fan behavior analytics</a:t>
            </a: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Culture trend reports </a:t>
            </a: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Data &amp; performance analytics</a:t>
            </a: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Predictive insights </a:t>
            </a:r>
            <a:endParaRPr sz="1550">
              <a:solidFill>
                <a:schemeClr val="dk1"/>
              </a:solidFill>
              <a:latin typeface="DM Sans"/>
              <a:ea typeface="DM Sans"/>
              <a:cs typeface="DM Sans"/>
              <a:sym typeface="DM Sans"/>
            </a:endParaRPr>
          </a:p>
          <a:p>
            <a:pPr marL="0" marR="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spcBef>
                <a:spcPts val="1500"/>
              </a:spcBef>
              <a:spcAft>
                <a:spcPts val="0"/>
              </a:spcAft>
              <a:buClr>
                <a:schemeClr val="dk1"/>
              </a:buClr>
              <a:buSzPts val="1100"/>
              <a:buFont typeface="Arial"/>
              <a:buNone/>
            </a:pPr>
            <a:endParaRPr sz="2000">
              <a:solidFill>
                <a:schemeClr val="dk1"/>
              </a:solidFill>
              <a:latin typeface="DM Sans"/>
              <a:ea typeface="DM Sans"/>
              <a:cs typeface="DM Sans"/>
              <a:sym typeface="DM Sans"/>
            </a:endParaRPr>
          </a:p>
          <a:p>
            <a:pPr marL="0" lvl="0" indent="0" algn="ctr" rtl="0">
              <a:lnSpc>
                <a:spcPct val="76500"/>
              </a:lnSpc>
              <a:spcBef>
                <a:spcPts val="0"/>
              </a:spcBef>
              <a:spcAft>
                <a:spcPts val="0"/>
              </a:spcAft>
              <a:buClr>
                <a:srgbClr val="000000"/>
              </a:buClr>
              <a:buSzPts val="18600"/>
              <a:buFont typeface="League Gothic"/>
              <a:buNone/>
            </a:pPr>
            <a:endParaRPr sz="2000">
              <a:solidFill>
                <a:schemeClr val="dk1"/>
              </a:solidFill>
              <a:latin typeface="DM Sans"/>
              <a:ea typeface="DM Sans"/>
              <a:cs typeface="DM Sans"/>
              <a:sym typeface="DM Sans"/>
            </a:endParaRPr>
          </a:p>
          <a:p>
            <a:pPr marL="0" marR="0" lvl="0" indent="0" algn="ctr" rtl="0">
              <a:lnSpc>
                <a:spcPct val="76500"/>
              </a:lnSpc>
              <a:spcBef>
                <a:spcPts val="0"/>
              </a:spcBef>
              <a:spcAft>
                <a:spcPts val="0"/>
              </a:spcAft>
              <a:buClr>
                <a:srgbClr val="000000"/>
              </a:buClr>
              <a:buSzPts val="18600"/>
              <a:buFont typeface="League Gothic"/>
              <a:buNone/>
            </a:pPr>
            <a:endParaRPr sz="2000">
              <a:solidFill>
                <a:schemeClr val="dk1"/>
              </a:solidFill>
              <a:latin typeface="DM Sans"/>
              <a:ea typeface="DM Sans"/>
              <a:cs typeface="DM Sans"/>
              <a:sym typeface="DM Sans"/>
            </a:endParaRPr>
          </a:p>
        </p:txBody>
      </p:sp>
      <p:sp>
        <p:nvSpPr>
          <p:cNvPr id="73" name="Google Shape;73;p6"/>
          <p:cNvSpPr/>
          <p:nvPr/>
        </p:nvSpPr>
        <p:spPr>
          <a:xfrm>
            <a:off x="9420225" y="1733463"/>
            <a:ext cx="3711900" cy="2895000"/>
          </a:xfrm>
          <a:prstGeom prst="rect">
            <a:avLst/>
          </a:prstGeom>
          <a:noFill/>
          <a:ln>
            <a:noFill/>
          </a:ln>
        </p:spPr>
        <p:txBody>
          <a:bodyPr spcFirstLastPara="1" wrap="square" lIns="0" tIns="0" rIns="0" bIns="0" anchor="t" anchorCtr="0">
            <a:noAutofit/>
          </a:bodyPr>
          <a:lstStyle/>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IP development &amp; product creation</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Ownership &amp; monetization of IP </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Joint ventures &amp; strategic partnerships</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Venture studio model </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Creative tech prototypes </a:t>
            </a: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endParaRPr sz="1550">
              <a:solidFill>
                <a:schemeClr val="dk1"/>
              </a:solidFill>
              <a:latin typeface="DM Sans"/>
              <a:ea typeface="DM Sans"/>
              <a:cs typeface="DM Sans"/>
              <a:sym typeface="DM Sans"/>
            </a:endParaRPr>
          </a:p>
          <a:p>
            <a:pPr marL="0" lvl="0" indent="0" algn="l" rtl="0">
              <a:lnSpc>
                <a:spcPct val="75000"/>
              </a:lnSpc>
              <a:spcBef>
                <a:spcPts val="0"/>
              </a:spcBef>
              <a:spcAft>
                <a:spcPts val="0"/>
              </a:spcAft>
              <a:buNone/>
            </a:pPr>
            <a:r>
              <a:rPr lang="en-US" sz="1550">
                <a:solidFill>
                  <a:schemeClr val="dk1"/>
                </a:solidFill>
                <a:latin typeface="DM Sans"/>
                <a:ea typeface="DM Sans"/>
                <a:cs typeface="DM Sans"/>
                <a:sym typeface="DM Sans"/>
              </a:rPr>
              <a:t>Product innovation &amp; incubation</a:t>
            </a:r>
            <a:endParaRPr sz="1550">
              <a:solidFill>
                <a:schemeClr val="dk1"/>
              </a:solidFill>
              <a:latin typeface="DM Sans"/>
              <a:ea typeface="DM Sans"/>
              <a:cs typeface="DM Sans"/>
              <a:sym typeface="DM Sans"/>
            </a:endParaRPr>
          </a:p>
          <a:p>
            <a:pPr marL="0" marR="0" lvl="0" indent="0" algn="l" rtl="0">
              <a:lnSpc>
                <a:spcPct val="76500"/>
              </a:lnSpc>
              <a:spcBef>
                <a:spcPts val="0"/>
              </a:spcBef>
              <a:spcAft>
                <a:spcPts val="0"/>
              </a:spcAft>
              <a:buClr>
                <a:srgbClr val="000000"/>
              </a:buClr>
              <a:buSzPts val="18600"/>
              <a:buFont typeface="League Gothic"/>
              <a:buNone/>
            </a:pPr>
            <a:endParaRPr sz="1550">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78"/>
        <p:cNvGrpSpPr/>
        <p:nvPr/>
      </p:nvGrpSpPr>
      <p:grpSpPr>
        <a:xfrm>
          <a:off x="0" y="0"/>
          <a:ext cx="0" cy="0"/>
          <a:chOff x="0" y="0"/>
          <a:chExt cx="0" cy="0"/>
        </a:xfrm>
      </p:grpSpPr>
      <p:sp>
        <p:nvSpPr>
          <p:cNvPr id="79" name="Google Shape;79;p7"/>
          <p:cNvSpPr/>
          <p:nvPr/>
        </p:nvSpPr>
        <p:spPr>
          <a:xfrm>
            <a:off x="14639950" y="4981575"/>
            <a:ext cx="3467100" cy="1447800"/>
          </a:xfrm>
          <a:prstGeom prst="roundRect">
            <a:avLst>
              <a:gd name="adj" fmla="val 5393"/>
            </a:avLst>
          </a:prstGeom>
          <a:solidFill>
            <a:srgbClr val="222E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 name="Google Shape;80;p7"/>
          <p:cNvSpPr/>
          <p:nvPr/>
        </p:nvSpPr>
        <p:spPr>
          <a:xfrm>
            <a:off x="14639950" y="6581788"/>
            <a:ext cx="3467100" cy="1447800"/>
          </a:xfrm>
          <a:prstGeom prst="roundRect">
            <a:avLst>
              <a:gd name="adj" fmla="val 5393"/>
            </a:avLst>
          </a:prstGeom>
          <a:solidFill>
            <a:srgbClr val="222E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 name="Google Shape;81;p7"/>
          <p:cNvSpPr/>
          <p:nvPr/>
        </p:nvSpPr>
        <p:spPr>
          <a:xfrm>
            <a:off x="11020438" y="4981575"/>
            <a:ext cx="3467100" cy="1447800"/>
          </a:xfrm>
          <a:prstGeom prst="roundRect">
            <a:avLst>
              <a:gd name="adj" fmla="val 5393"/>
            </a:avLst>
          </a:prstGeom>
          <a:solidFill>
            <a:srgbClr val="AFAF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7"/>
          <p:cNvSpPr/>
          <p:nvPr/>
        </p:nvSpPr>
        <p:spPr>
          <a:xfrm>
            <a:off x="11020438" y="6581788"/>
            <a:ext cx="3467100" cy="1447800"/>
          </a:xfrm>
          <a:prstGeom prst="roundRect">
            <a:avLst>
              <a:gd name="adj" fmla="val 5393"/>
            </a:avLst>
          </a:prstGeom>
          <a:solidFill>
            <a:srgbClr val="AFAF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7"/>
          <p:cNvSpPr/>
          <p:nvPr/>
        </p:nvSpPr>
        <p:spPr>
          <a:xfrm>
            <a:off x="11020438" y="8182013"/>
            <a:ext cx="3467100" cy="1447800"/>
          </a:xfrm>
          <a:prstGeom prst="roundRect">
            <a:avLst>
              <a:gd name="adj" fmla="val 5393"/>
            </a:avLst>
          </a:prstGeom>
          <a:solidFill>
            <a:srgbClr val="AFAF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p7"/>
          <p:cNvSpPr/>
          <p:nvPr/>
        </p:nvSpPr>
        <p:spPr>
          <a:xfrm>
            <a:off x="7400950" y="4981575"/>
            <a:ext cx="3467100" cy="1447800"/>
          </a:xfrm>
          <a:prstGeom prst="roundRect">
            <a:avLst>
              <a:gd name="adj" fmla="val 539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7"/>
          <p:cNvSpPr/>
          <p:nvPr/>
        </p:nvSpPr>
        <p:spPr>
          <a:xfrm>
            <a:off x="7400950" y="6581788"/>
            <a:ext cx="3467100" cy="1447800"/>
          </a:xfrm>
          <a:prstGeom prst="roundRect">
            <a:avLst>
              <a:gd name="adj" fmla="val 539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 name="Google Shape;86;p7"/>
          <p:cNvSpPr/>
          <p:nvPr/>
        </p:nvSpPr>
        <p:spPr>
          <a:xfrm>
            <a:off x="7400950" y="8182013"/>
            <a:ext cx="3467100" cy="1447800"/>
          </a:xfrm>
          <a:prstGeom prst="roundRect">
            <a:avLst>
              <a:gd name="adj" fmla="val 539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7"/>
          <p:cNvSpPr/>
          <p:nvPr/>
        </p:nvSpPr>
        <p:spPr>
          <a:xfrm>
            <a:off x="161975" y="4981575"/>
            <a:ext cx="3467100" cy="1447800"/>
          </a:xfrm>
          <a:prstGeom prst="roundRect">
            <a:avLst>
              <a:gd name="adj" fmla="val 5393"/>
            </a:avLst>
          </a:prstGeom>
          <a:solidFill>
            <a:srgbClr val="F6E4F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 name="Google Shape;88;p7"/>
          <p:cNvSpPr/>
          <p:nvPr/>
        </p:nvSpPr>
        <p:spPr>
          <a:xfrm>
            <a:off x="161975" y="6581788"/>
            <a:ext cx="3467100" cy="1447800"/>
          </a:xfrm>
          <a:prstGeom prst="roundRect">
            <a:avLst>
              <a:gd name="adj" fmla="val 5393"/>
            </a:avLst>
          </a:prstGeom>
          <a:solidFill>
            <a:srgbClr val="F6E4F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9" name="Google Shape;89;p7"/>
          <p:cNvSpPr/>
          <p:nvPr/>
        </p:nvSpPr>
        <p:spPr>
          <a:xfrm>
            <a:off x="3781450" y="4981575"/>
            <a:ext cx="3467100" cy="1447800"/>
          </a:xfrm>
          <a:prstGeom prst="roundRect">
            <a:avLst>
              <a:gd name="adj" fmla="val 5393"/>
            </a:avLst>
          </a:prstGeom>
          <a:solidFill>
            <a:srgbClr val="E8FD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7"/>
          <p:cNvSpPr/>
          <p:nvPr/>
        </p:nvSpPr>
        <p:spPr>
          <a:xfrm>
            <a:off x="3781450" y="6581788"/>
            <a:ext cx="3467100" cy="1447800"/>
          </a:xfrm>
          <a:prstGeom prst="roundRect">
            <a:avLst>
              <a:gd name="adj" fmla="val 5393"/>
            </a:avLst>
          </a:prstGeom>
          <a:solidFill>
            <a:srgbClr val="E8FD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1" name="Google Shape;91;p7" descr="preencoded.png"/>
          <p:cNvPicPr preferRelativeResize="0"/>
          <p:nvPr/>
        </p:nvPicPr>
        <p:blipFill rotWithShape="1">
          <a:blip r:embed="rId3">
            <a:alphaModFix/>
          </a:blip>
          <a:srcRect/>
          <a:stretch/>
        </p:blipFill>
        <p:spPr>
          <a:xfrm>
            <a:off x="152400" y="3581400"/>
            <a:ext cx="17983200" cy="18288"/>
          </a:xfrm>
          <a:prstGeom prst="rect">
            <a:avLst/>
          </a:prstGeom>
          <a:noFill/>
          <a:ln>
            <a:noFill/>
          </a:ln>
        </p:spPr>
      </p:pic>
      <p:pic>
        <p:nvPicPr>
          <p:cNvPr id="92" name="Google Shape;92;p7" descr="preencoded.png"/>
          <p:cNvPicPr preferRelativeResize="0"/>
          <p:nvPr/>
        </p:nvPicPr>
        <p:blipFill rotWithShape="1">
          <a:blip r:embed="rId4">
            <a:alphaModFix/>
          </a:blip>
          <a:srcRect/>
          <a:stretch/>
        </p:blipFill>
        <p:spPr>
          <a:xfrm>
            <a:off x="7410450" y="3048000"/>
            <a:ext cx="9525" cy="533400"/>
          </a:xfrm>
          <a:prstGeom prst="rect">
            <a:avLst/>
          </a:prstGeom>
          <a:noFill/>
          <a:ln>
            <a:noFill/>
          </a:ln>
        </p:spPr>
      </p:pic>
      <p:pic>
        <p:nvPicPr>
          <p:cNvPr id="93" name="Google Shape;93;p7" descr="preencoded.png"/>
          <p:cNvPicPr preferRelativeResize="0"/>
          <p:nvPr/>
        </p:nvPicPr>
        <p:blipFill rotWithShape="1">
          <a:blip r:embed="rId4">
            <a:alphaModFix/>
          </a:blip>
          <a:srcRect/>
          <a:stretch/>
        </p:blipFill>
        <p:spPr>
          <a:xfrm>
            <a:off x="10877550" y="3048000"/>
            <a:ext cx="9525" cy="533400"/>
          </a:xfrm>
          <a:prstGeom prst="rect">
            <a:avLst/>
          </a:prstGeom>
          <a:noFill/>
          <a:ln>
            <a:noFill/>
          </a:ln>
        </p:spPr>
      </p:pic>
      <p:pic>
        <p:nvPicPr>
          <p:cNvPr id="94" name="Google Shape;94;p7" descr="preencoded.png"/>
          <p:cNvPicPr preferRelativeResize="0"/>
          <p:nvPr/>
        </p:nvPicPr>
        <p:blipFill rotWithShape="1">
          <a:blip r:embed="rId5">
            <a:alphaModFix/>
          </a:blip>
          <a:srcRect/>
          <a:stretch/>
        </p:blipFill>
        <p:spPr>
          <a:xfrm>
            <a:off x="152400" y="652463"/>
            <a:ext cx="17983197" cy="18288"/>
          </a:xfrm>
          <a:prstGeom prst="rect">
            <a:avLst/>
          </a:prstGeom>
          <a:noFill/>
          <a:ln>
            <a:noFill/>
          </a:ln>
        </p:spPr>
      </p:pic>
      <p:pic>
        <p:nvPicPr>
          <p:cNvPr id="95" name="Google Shape;95;p7" descr="preencoded.png"/>
          <p:cNvPicPr preferRelativeResize="0"/>
          <p:nvPr/>
        </p:nvPicPr>
        <p:blipFill rotWithShape="1">
          <a:blip r:embed="rId5">
            <a:alphaModFix/>
          </a:blip>
          <a:srcRect/>
          <a:stretch/>
        </p:blipFill>
        <p:spPr>
          <a:xfrm>
            <a:off x="152400" y="3043238"/>
            <a:ext cx="17983197" cy="18288"/>
          </a:xfrm>
          <a:prstGeom prst="rect">
            <a:avLst/>
          </a:prstGeom>
          <a:noFill/>
          <a:ln>
            <a:noFill/>
          </a:ln>
        </p:spPr>
      </p:pic>
      <p:sp>
        <p:nvSpPr>
          <p:cNvPr id="96" name="Google Shape;96;p7"/>
          <p:cNvSpPr/>
          <p:nvPr/>
        </p:nvSpPr>
        <p:spPr>
          <a:xfrm>
            <a:off x="152400" y="904875"/>
            <a:ext cx="8982000" cy="895500"/>
          </a:xfrm>
          <a:prstGeom prst="rect">
            <a:avLst/>
          </a:prstGeom>
          <a:noFill/>
          <a:ln>
            <a:noFill/>
          </a:ln>
        </p:spPr>
        <p:txBody>
          <a:bodyPr spcFirstLastPara="1" wrap="square" lIns="0" tIns="0" rIns="0" bIns="0" anchor="t" anchorCtr="0">
            <a:noAutofit/>
          </a:bodyPr>
          <a:lstStyle/>
          <a:p>
            <a:pPr marL="0" marR="0" lvl="0" indent="0" algn="l" rtl="0">
              <a:lnSpc>
                <a:spcPct val="76500"/>
              </a:lnSpc>
              <a:spcBef>
                <a:spcPts val="0"/>
              </a:spcBef>
              <a:spcAft>
                <a:spcPts val="0"/>
              </a:spcAft>
              <a:buClr>
                <a:srgbClr val="000000"/>
              </a:buClr>
              <a:buSzPts val="7800"/>
              <a:buFont typeface="League Gothic"/>
              <a:buNone/>
            </a:pPr>
            <a:r>
              <a:rPr lang="en-US" sz="7800">
                <a:latin typeface="League Gothic"/>
                <a:ea typeface="League Gothic"/>
                <a:cs typeface="League Gothic"/>
                <a:sym typeface="League Gothic"/>
              </a:rPr>
              <a:t>Detailed Deliverables</a:t>
            </a:r>
            <a:endParaRPr sz="7800" b="0" i="0" u="none" strike="noStrike" cap="none">
              <a:solidFill>
                <a:schemeClr val="dk1"/>
              </a:solidFill>
              <a:latin typeface="Calibri"/>
              <a:ea typeface="Calibri"/>
              <a:cs typeface="Calibri"/>
              <a:sym typeface="Calibri"/>
            </a:endParaRPr>
          </a:p>
        </p:txBody>
      </p:sp>
      <p:sp>
        <p:nvSpPr>
          <p:cNvPr id="97" name="Google Shape;97;p7"/>
          <p:cNvSpPr/>
          <p:nvPr/>
        </p:nvSpPr>
        <p:spPr>
          <a:xfrm>
            <a:off x="11506200" y="1133475"/>
            <a:ext cx="6677100" cy="1543200"/>
          </a:xfrm>
          <a:prstGeom prst="rect">
            <a:avLst/>
          </a:prstGeom>
          <a:noFill/>
          <a:ln>
            <a:noFill/>
          </a:ln>
        </p:spPr>
        <p:txBody>
          <a:bodyPr spcFirstLastPara="1" wrap="square" lIns="0" tIns="0" rIns="0" bIns="0" anchor="b" anchorCtr="0">
            <a:noAutofit/>
          </a:bodyPr>
          <a:lstStyle/>
          <a:p>
            <a:pPr marL="0" marR="0" lvl="0" indent="0" algn="l" rtl="0">
              <a:lnSpc>
                <a:spcPct val="110476"/>
              </a:lnSpc>
              <a:spcBef>
                <a:spcPts val="0"/>
              </a:spcBef>
              <a:spcAft>
                <a:spcPts val="0"/>
              </a:spcAft>
              <a:buClr>
                <a:srgbClr val="000000"/>
              </a:buClr>
              <a:buSzPts val="1575"/>
              <a:buFont typeface="DM Sans"/>
              <a:buNone/>
            </a:pPr>
            <a:r>
              <a:rPr lang="en-US" sz="1575" b="0" i="0" u="none" strike="noStrike" cap="none">
                <a:solidFill>
                  <a:srgbClr val="000000"/>
                </a:solidFill>
                <a:latin typeface="DM Sans"/>
                <a:ea typeface="DM Sans"/>
                <a:cs typeface="DM Sans"/>
                <a:sym typeface="DM Sans"/>
              </a:rPr>
              <a:t>Morem ipsum dolor sit amet, consectetur adipiscing elit. Nunc vulputate libero et velit interdum, ac aliquet odio mattis. Class aptent taciti sociosqu ad litora torquent per conubia nostra, per inceptos himenaeos. Morem ipsum dolor sit amet, consectetur adipiscing elit. Nunc vulputate libero et velit interdum, ac aliquet odio mattis. Class aptent taciti sociosqu ad litora torquent per conubia nostra, per inceptos himenaeos.</a:t>
            </a:r>
            <a:endParaRPr sz="1575" b="0" i="0" u="none" strike="noStrike" cap="none">
              <a:solidFill>
                <a:schemeClr val="dk1"/>
              </a:solidFill>
              <a:latin typeface="Calibri"/>
              <a:ea typeface="Calibri"/>
              <a:cs typeface="Calibri"/>
              <a:sym typeface="Calibri"/>
            </a:endParaRPr>
          </a:p>
        </p:txBody>
      </p:sp>
      <p:sp>
        <p:nvSpPr>
          <p:cNvPr id="98" name="Google Shape;98;p7"/>
          <p:cNvSpPr/>
          <p:nvPr/>
        </p:nvSpPr>
        <p:spPr>
          <a:xfrm>
            <a:off x="2528888" y="3171825"/>
            <a:ext cx="2428800" cy="304800"/>
          </a:xfrm>
          <a:prstGeom prst="rect">
            <a:avLst/>
          </a:prstGeom>
          <a:noFill/>
          <a:ln>
            <a:noFill/>
          </a:ln>
        </p:spPr>
        <p:txBody>
          <a:bodyPr spcFirstLastPara="1" wrap="square" lIns="0" tIns="0" rIns="0" bIns="0" anchor="t" anchorCtr="0">
            <a:noAutofit/>
          </a:bodyPr>
          <a:lstStyle/>
          <a:p>
            <a:pPr marL="0" marR="0" lvl="0" indent="0" algn="l"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STRATEGY &amp; IDEATION</a:t>
            </a:r>
            <a:endParaRPr sz="3000" b="0" i="0" u="none" strike="noStrike" cap="none">
              <a:solidFill>
                <a:schemeClr val="dk1"/>
              </a:solidFill>
              <a:latin typeface="Calibri"/>
              <a:ea typeface="Calibri"/>
              <a:cs typeface="Calibri"/>
              <a:sym typeface="Calibri"/>
            </a:endParaRPr>
          </a:p>
        </p:txBody>
      </p:sp>
      <p:sp>
        <p:nvSpPr>
          <p:cNvPr id="99" name="Google Shape;99;p7"/>
          <p:cNvSpPr/>
          <p:nvPr/>
        </p:nvSpPr>
        <p:spPr>
          <a:xfrm>
            <a:off x="1400175" y="3705225"/>
            <a:ext cx="1104900" cy="304800"/>
          </a:xfrm>
          <a:prstGeom prst="rect">
            <a:avLst/>
          </a:prstGeom>
          <a:noFill/>
          <a:ln>
            <a:noFill/>
          </a:ln>
        </p:spPr>
        <p:txBody>
          <a:bodyPr spcFirstLastPara="1" wrap="square" lIns="0" tIns="0" rIns="0" bIns="0" anchor="t" anchorCtr="0">
            <a:noAutofit/>
          </a:bodyPr>
          <a:lstStyle/>
          <a:p>
            <a:pPr marL="0" marR="0" lvl="0" indent="0" algn="l"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DISCOVER</a:t>
            </a:r>
            <a:endParaRPr sz="3000" b="0" i="0" u="none" strike="noStrike" cap="none">
              <a:solidFill>
                <a:schemeClr val="dk1"/>
              </a:solidFill>
              <a:latin typeface="Calibri"/>
              <a:ea typeface="Calibri"/>
              <a:cs typeface="Calibri"/>
              <a:sym typeface="Calibri"/>
            </a:endParaRPr>
          </a:p>
        </p:txBody>
      </p:sp>
      <p:sp>
        <p:nvSpPr>
          <p:cNvPr id="100" name="Google Shape;100;p7"/>
          <p:cNvSpPr/>
          <p:nvPr/>
        </p:nvSpPr>
        <p:spPr>
          <a:xfrm>
            <a:off x="5100638" y="3705225"/>
            <a:ext cx="809700" cy="304800"/>
          </a:xfrm>
          <a:prstGeom prst="rect">
            <a:avLst/>
          </a:prstGeom>
          <a:noFill/>
          <a:ln>
            <a:noFill/>
          </a:ln>
        </p:spPr>
        <p:txBody>
          <a:bodyPr spcFirstLastPara="1" wrap="square" lIns="0" tIns="0" rIns="0" bIns="0" anchor="t" anchorCtr="0">
            <a:noAutofit/>
          </a:bodyPr>
          <a:lstStyle/>
          <a:p>
            <a:pPr marL="0" marR="0" lvl="0" indent="0" algn="l"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DEFINE</a:t>
            </a:r>
            <a:endParaRPr sz="3000" b="0" i="0" u="none" strike="noStrike" cap="none">
              <a:solidFill>
                <a:schemeClr val="dk1"/>
              </a:solidFill>
              <a:latin typeface="Calibri"/>
              <a:ea typeface="Calibri"/>
              <a:cs typeface="Calibri"/>
              <a:sym typeface="Calibri"/>
            </a:endParaRPr>
          </a:p>
        </p:txBody>
      </p:sp>
      <p:sp>
        <p:nvSpPr>
          <p:cNvPr id="101" name="Google Shape;101;p7"/>
          <p:cNvSpPr/>
          <p:nvPr/>
        </p:nvSpPr>
        <p:spPr>
          <a:xfrm>
            <a:off x="9991725" y="3705225"/>
            <a:ext cx="2076600" cy="304800"/>
          </a:xfrm>
          <a:prstGeom prst="rect">
            <a:avLst/>
          </a:prstGeom>
          <a:noFill/>
          <a:ln>
            <a:noFill/>
          </a:ln>
        </p:spPr>
        <p:txBody>
          <a:bodyPr spcFirstLastPara="1" wrap="square" lIns="0" tIns="0" rIns="0" bIns="0" anchor="t" anchorCtr="0">
            <a:noAutofit/>
          </a:bodyPr>
          <a:lstStyle/>
          <a:p>
            <a:pPr marL="0" marR="0" lvl="0" indent="0" algn="l"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DESIGN &amp; DEVELOP</a:t>
            </a:r>
            <a:endParaRPr sz="3000" b="0" i="0" u="none" strike="noStrike" cap="none">
              <a:solidFill>
                <a:schemeClr val="dk1"/>
              </a:solidFill>
              <a:latin typeface="Calibri"/>
              <a:ea typeface="Calibri"/>
              <a:cs typeface="Calibri"/>
              <a:sym typeface="Calibri"/>
            </a:endParaRPr>
          </a:p>
        </p:txBody>
      </p:sp>
      <p:sp>
        <p:nvSpPr>
          <p:cNvPr id="102" name="Google Shape;102;p7"/>
          <p:cNvSpPr/>
          <p:nvPr/>
        </p:nvSpPr>
        <p:spPr>
          <a:xfrm>
            <a:off x="15997238" y="3705225"/>
            <a:ext cx="933600" cy="304800"/>
          </a:xfrm>
          <a:prstGeom prst="rect">
            <a:avLst/>
          </a:prstGeom>
          <a:noFill/>
          <a:ln>
            <a:noFill/>
          </a:ln>
        </p:spPr>
        <p:txBody>
          <a:bodyPr spcFirstLastPara="1" wrap="square" lIns="0" tIns="0" rIns="0" bIns="0" anchor="t" anchorCtr="0">
            <a:noAutofit/>
          </a:bodyPr>
          <a:lstStyle/>
          <a:p>
            <a:pPr marL="0" marR="0" lvl="0" indent="0" algn="l"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DELIVER</a:t>
            </a:r>
            <a:endParaRPr sz="3000" b="0" i="0" u="none" strike="noStrike" cap="none">
              <a:solidFill>
                <a:schemeClr val="dk1"/>
              </a:solidFill>
              <a:latin typeface="Calibri"/>
              <a:ea typeface="Calibri"/>
              <a:cs typeface="Calibri"/>
              <a:sym typeface="Calibri"/>
            </a:endParaRPr>
          </a:p>
        </p:txBody>
      </p:sp>
      <p:sp>
        <p:nvSpPr>
          <p:cNvPr id="103" name="Google Shape;103;p7"/>
          <p:cNvSpPr/>
          <p:nvPr/>
        </p:nvSpPr>
        <p:spPr>
          <a:xfrm>
            <a:off x="7896225" y="3171825"/>
            <a:ext cx="2571900" cy="304800"/>
          </a:xfrm>
          <a:prstGeom prst="rect">
            <a:avLst/>
          </a:prstGeom>
          <a:noFill/>
          <a:ln>
            <a:noFill/>
          </a:ln>
        </p:spPr>
        <p:txBody>
          <a:bodyPr spcFirstLastPara="1" wrap="square" lIns="0" tIns="0" rIns="0" bIns="0" anchor="t" anchorCtr="0">
            <a:noAutofit/>
          </a:bodyPr>
          <a:lstStyle/>
          <a:p>
            <a:pPr marL="0" marR="0" lvl="0" indent="0" algn="l"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AGILE PRODUCT DESIGN</a:t>
            </a:r>
            <a:endParaRPr sz="3000" b="0" i="0" u="none" strike="noStrike" cap="none">
              <a:solidFill>
                <a:schemeClr val="dk1"/>
              </a:solidFill>
              <a:latin typeface="Calibri"/>
              <a:ea typeface="Calibri"/>
              <a:cs typeface="Calibri"/>
              <a:sym typeface="Calibri"/>
            </a:endParaRPr>
          </a:p>
        </p:txBody>
      </p:sp>
      <p:sp>
        <p:nvSpPr>
          <p:cNvPr id="104" name="Google Shape;104;p7"/>
          <p:cNvSpPr/>
          <p:nvPr/>
        </p:nvSpPr>
        <p:spPr>
          <a:xfrm>
            <a:off x="12082463" y="3171825"/>
            <a:ext cx="5153100" cy="304800"/>
          </a:xfrm>
          <a:prstGeom prst="rect">
            <a:avLst/>
          </a:prstGeom>
          <a:noFill/>
          <a:ln>
            <a:noFill/>
          </a:ln>
        </p:spPr>
        <p:txBody>
          <a:bodyPr spcFirstLastPara="1" wrap="square" lIns="0" tIns="0" rIns="0" bIns="0" anchor="t" anchorCtr="0">
            <a:noAutofit/>
          </a:bodyPr>
          <a:lstStyle/>
          <a:p>
            <a:pPr marL="0" marR="0" lvl="0" indent="0" algn="l"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AGILE DEVELOPMENT, LAUNCH &amp; OPTIMIZATION</a:t>
            </a:r>
            <a:endParaRPr sz="3000" b="0" i="0" u="none" strike="noStrike" cap="none">
              <a:solidFill>
                <a:schemeClr val="dk1"/>
              </a:solidFill>
              <a:latin typeface="Calibri"/>
              <a:ea typeface="Calibri"/>
              <a:cs typeface="Calibri"/>
              <a:sym typeface="Calibri"/>
            </a:endParaRPr>
          </a:p>
        </p:txBody>
      </p:sp>
      <p:sp>
        <p:nvSpPr>
          <p:cNvPr id="105" name="Google Shape;105;p7"/>
          <p:cNvSpPr/>
          <p:nvPr/>
        </p:nvSpPr>
        <p:spPr>
          <a:xfrm>
            <a:off x="285750" y="55578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06" name="Google Shape;106;p7"/>
          <p:cNvSpPr/>
          <p:nvPr/>
        </p:nvSpPr>
        <p:spPr>
          <a:xfrm>
            <a:off x="590550" y="5557850"/>
            <a:ext cx="7083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Audit</a:t>
            </a:r>
            <a:endParaRPr sz="1800" b="0" i="0" u="none" strike="noStrike" cap="none">
              <a:solidFill>
                <a:schemeClr val="dk1"/>
              </a:solidFill>
              <a:latin typeface="Calibri"/>
              <a:ea typeface="Calibri"/>
              <a:cs typeface="Calibri"/>
              <a:sym typeface="Calibri"/>
            </a:endParaRPr>
          </a:p>
        </p:txBody>
      </p:sp>
      <p:sp>
        <p:nvSpPr>
          <p:cNvPr id="107" name="Google Shape;107;p7"/>
          <p:cNvSpPr/>
          <p:nvPr/>
        </p:nvSpPr>
        <p:spPr>
          <a:xfrm>
            <a:off x="3905250" y="55578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08" name="Google Shape;108;p7"/>
          <p:cNvSpPr/>
          <p:nvPr/>
        </p:nvSpPr>
        <p:spPr>
          <a:xfrm>
            <a:off x="4210050" y="5557850"/>
            <a:ext cx="7848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Ideate</a:t>
            </a:r>
            <a:endParaRPr sz="1800" b="0" i="0" u="none" strike="noStrike" cap="none">
              <a:solidFill>
                <a:schemeClr val="dk1"/>
              </a:solidFill>
              <a:latin typeface="Calibri"/>
              <a:ea typeface="Calibri"/>
              <a:cs typeface="Calibri"/>
              <a:sym typeface="Calibri"/>
            </a:endParaRPr>
          </a:p>
        </p:txBody>
      </p:sp>
      <p:sp>
        <p:nvSpPr>
          <p:cNvPr id="109" name="Google Shape;109;p7"/>
          <p:cNvSpPr/>
          <p:nvPr/>
        </p:nvSpPr>
        <p:spPr>
          <a:xfrm>
            <a:off x="7524750" y="55578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10" name="Google Shape;110;p7"/>
          <p:cNvSpPr/>
          <p:nvPr/>
        </p:nvSpPr>
        <p:spPr>
          <a:xfrm>
            <a:off x="7829550" y="5557850"/>
            <a:ext cx="9114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Audit</a:t>
            </a:r>
            <a:endParaRPr sz="1800" b="0" i="0" u="none" strike="noStrike" cap="none">
              <a:solidFill>
                <a:schemeClr val="dk1"/>
              </a:solidFill>
              <a:latin typeface="Calibri"/>
              <a:ea typeface="Calibri"/>
              <a:cs typeface="Calibri"/>
              <a:sym typeface="Calibri"/>
            </a:endParaRPr>
          </a:p>
        </p:txBody>
      </p:sp>
      <p:sp>
        <p:nvSpPr>
          <p:cNvPr id="111" name="Google Shape;111;p7"/>
          <p:cNvSpPr/>
          <p:nvPr/>
        </p:nvSpPr>
        <p:spPr>
          <a:xfrm>
            <a:off x="11144250" y="55578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12" name="Google Shape;112;p7"/>
          <p:cNvSpPr/>
          <p:nvPr/>
        </p:nvSpPr>
        <p:spPr>
          <a:xfrm>
            <a:off x="11449050" y="5557850"/>
            <a:ext cx="8160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Audit</a:t>
            </a:r>
            <a:endParaRPr sz="1800" b="0" i="0" u="none" strike="noStrike" cap="none">
              <a:solidFill>
                <a:schemeClr val="dk1"/>
              </a:solidFill>
              <a:latin typeface="Calibri"/>
              <a:ea typeface="Calibri"/>
              <a:cs typeface="Calibri"/>
              <a:sym typeface="Calibri"/>
            </a:endParaRPr>
          </a:p>
        </p:txBody>
      </p:sp>
      <p:sp>
        <p:nvSpPr>
          <p:cNvPr id="113" name="Google Shape;113;p7"/>
          <p:cNvSpPr/>
          <p:nvPr/>
        </p:nvSpPr>
        <p:spPr>
          <a:xfrm>
            <a:off x="14763750" y="55578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14" name="Google Shape;114;p7"/>
          <p:cNvSpPr/>
          <p:nvPr/>
        </p:nvSpPr>
        <p:spPr>
          <a:xfrm>
            <a:off x="15068550" y="5557850"/>
            <a:ext cx="7083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FFFFFF"/>
              </a:buClr>
              <a:buSzPts val="1800"/>
              <a:buFont typeface="DM Sans"/>
              <a:buNone/>
            </a:pPr>
            <a:r>
              <a:rPr lang="en-US" sz="1800" b="1" i="0" u="none" strike="noStrike" cap="none">
                <a:solidFill>
                  <a:srgbClr val="FFFFFF"/>
                </a:solidFill>
                <a:latin typeface="DM Sans"/>
                <a:ea typeface="DM Sans"/>
                <a:cs typeface="DM Sans"/>
                <a:sym typeface="DM Sans"/>
              </a:rPr>
              <a:t>Audit</a:t>
            </a:r>
            <a:endParaRPr sz="1800" b="0" i="0" u="none" strike="noStrike" cap="none">
              <a:solidFill>
                <a:schemeClr val="dk1"/>
              </a:solidFill>
              <a:latin typeface="Calibri"/>
              <a:ea typeface="Calibri"/>
              <a:cs typeface="Calibri"/>
              <a:sym typeface="Calibri"/>
            </a:endParaRPr>
          </a:p>
        </p:txBody>
      </p:sp>
      <p:sp>
        <p:nvSpPr>
          <p:cNvPr id="115" name="Google Shape;115;p7"/>
          <p:cNvSpPr/>
          <p:nvPr/>
        </p:nvSpPr>
        <p:spPr>
          <a:xfrm>
            <a:off x="285750" y="71580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16" name="Google Shape;116;p7"/>
          <p:cNvSpPr/>
          <p:nvPr/>
        </p:nvSpPr>
        <p:spPr>
          <a:xfrm>
            <a:off x="590550" y="7158050"/>
            <a:ext cx="11049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Interpret</a:t>
            </a:r>
            <a:endParaRPr sz="1800" b="0" i="0" u="none" strike="noStrike" cap="none">
              <a:solidFill>
                <a:schemeClr val="dk1"/>
              </a:solidFill>
              <a:latin typeface="Calibri"/>
              <a:ea typeface="Calibri"/>
              <a:cs typeface="Calibri"/>
              <a:sym typeface="Calibri"/>
            </a:endParaRPr>
          </a:p>
        </p:txBody>
      </p:sp>
      <p:sp>
        <p:nvSpPr>
          <p:cNvPr id="117" name="Google Shape;117;p7"/>
          <p:cNvSpPr/>
          <p:nvPr/>
        </p:nvSpPr>
        <p:spPr>
          <a:xfrm>
            <a:off x="3905250" y="71580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18" name="Google Shape;118;p7"/>
          <p:cNvSpPr/>
          <p:nvPr/>
        </p:nvSpPr>
        <p:spPr>
          <a:xfrm>
            <a:off x="4210050" y="7158050"/>
            <a:ext cx="9810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Validate</a:t>
            </a:r>
            <a:endParaRPr sz="1800" b="0" i="0" u="none" strike="noStrike" cap="none">
              <a:solidFill>
                <a:schemeClr val="dk1"/>
              </a:solidFill>
              <a:latin typeface="Calibri"/>
              <a:ea typeface="Calibri"/>
              <a:cs typeface="Calibri"/>
              <a:sym typeface="Calibri"/>
            </a:endParaRPr>
          </a:p>
        </p:txBody>
      </p:sp>
      <p:sp>
        <p:nvSpPr>
          <p:cNvPr id="119" name="Google Shape;119;p7"/>
          <p:cNvSpPr/>
          <p:nvPr/>
        </p:nvSpPr>
        <p:spPr>
          <a:xfrm>
            <a:off x="7524750" y="71580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20" name="Google Shape;120;p7"/>
          <p:cNvSpPr/>
          <p:nvPr/>
        </p:nvSpPr>
        <p:spPr>
          <a:xfrm>
            <a:off x="7829550" y="7158050"/>
            <a:ext cx="14217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Interpret</a:t>
            </a:r>
            <a:endParaRPr sz="1800" b="0" i="0" u="none" strike="noStrike" cap="none">
              <a:solidFill>
                <a:schemeClr val="dk1"/>
              </a:solidFill>
              <a:latin typeface="Calibri"/>
              <a:ea typeface="Calibri"/>
              <a:cs typeface="Calibri"/>
              <a:sym typeface="Calibri"/>
            </a:endParaRPr>
          </a:p>
        </p:txBody>
      </p:sp>
      <p:sp>
        <p:nvSpPr>
          <p:cNvPr id="121" name="Google Shape;121;p7"/>
          <p:cNvSpPr/>
          <p:nvPr/>
        </p:nvSpPr>
        <p:spPr>
          <a:xfrm>
            <a:off x="7524750" y="87582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22" name="Google Shape;122;p7"/>
          <p:cNvSpPr/>
          <p:nvPr/>
        </p:nvSpPr>
        <p:spPr>
          <a:xfrm>
            <a:off x="7829550" y="8758250"/>
            <a:ext cx="14217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Interpret</a:t>
            </a:r>
            <a:endParaRPr sz="1800" b="0" i="0" u="none" strike="noStrike" cap="none">
              <a:solidFill>
                <a:schemeClr val="dk1"/>
              </a:solidFill>
              <a:latin typeface="Calibri"/>
              <a:ea typeface="Calibri"/>
              <a:cs typeface="Calibri"/>
              <a:sym typeface="Calibri"/>
            </a:endParaRPr>
          </a:p>
        </p:txBody>
      </p:sp>
      <p:sp>
        <p:nvSpPr>
          <p:cNvPr id="123" name="Google Shape;123;p7"/>
          <p:cNvSpPr/>
          <p:nvPr/>
        </p:nvSpPr>
        <p:spPr>
          <a:xfrm>
            <a:off x="11144250" y="71580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24" name="Google Shape;124;p7"/>
          <p:cNvSpPr/>
          <p:nvPr/>
        </p:nvSpPr>
        <p:spPr>
          <a:xfrm>
            <a:off x="11449050" y="7158050"/>
            <a:ext cx="12729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Interpret</a:t>
            </a:r>
            <a:endParaRPr sz="1800" b="0" i="0" u="none" strike="noStrike" cap="none">
              <a:solidFill>
                <a:schemeClr val="dk1"/>
              </a:solidFill>
              <a:latin typeface="Calibri"/>
              <a:ea typeface="Calibri"/>
              <a:cs typeface="Calibri"/>
              <a:sym typeface="Calibri"/>
            </a:endParaRPr>
          </a:p>
        </p:txBody>
      </p:sp>
      <p:sp>
        <p:nvSpPr>
          <p:cNvPr id="125" name="Google Shape;125;p7"/>
          <p:cNvSpPr/>
          <p:nvPr/>
        </p:nvSpPr>
        <p:spPr>
          <a:xfrm>
            <a:off x="11144250" y="87582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26" name="Google Shape;126;p7"/>
          <p:cNvSpPr/>
          <p:nvPr/>
        </p:nvSpPr>
        <p:spPr>
          <a:xfrm>
            <a:off x="11449050" y="8758250"/>
            <a:ext cx="12729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000000"/>
              </a:buClr>
              <a:buSzPts val="1800"/>
              <a:buFont typeface="DM Sans"/>
              <a:buNone/>
            </a:pPr>
            <a:r>
              <a:rPr lang="en-US" sz="1800" b="1" i="0" u="none" strike="noStrike" cap="none">
                <a:solidFill>
                  <a:srgbClr val="000000"/>
                </a:solidFill>
                <a:latin typeface="DM Sans"/>
                <a:ea typeface="DM Sans"/>
                <a:cs typeface="DM Sans"/>
                <a:sym typeface="DM Sans"/>
              </a:rPr>
              <a:t>Interpret</a:t>
            </a:r>
            <a:endParaRPr sz="1800" b="0" i="0" u="none" strike="noStrike" cap="none">
              <a:solidFill>
                <a:schemeClr val="dk1"/>
              </a:solidFill>
              <a:latin typeface="Calibri"/>
              <a:ea typeface="Calibri"/>
              <a:cs typeface="Calibri"/>
              <a:sym typeface="Calibri"/>
            </a:endParaRPr>
          </a:p>
        </p:txBody>
      </p:sp>
      <p:sp>
        <p:nvSpPr>
          <p:cNvPr id="127" name="Google Shape;127;p7"/>
          <p:cNvSpPr/>
          <p:nvPr/>
        </p:nvSpPr>
        <p:spPr>
          <a:xfrm>
            <a:off x="14763750" y="7158038"/>
            <a:ext cx="285900" cy="295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28" name="Google Shape;128;p7"/>
          <p:cNvSpPr/>
          <p:nvPr/>
        </p:nvSpPr>
        <p:spPr>
          <a:xfrm>
            <a:off x="15068550" y="7158050"/>
            <a:ext cx="1104900" cy="295200"/>
          </a:xfrm>
          <a:prstGeom prst="rect">
            <a:avLst/>
          </a:prstGeom>
          <a:noFill/>
          <a:ln>
            <a:noFill/>
          </a:ln>
        </p:spPr>
        <p:txBody>
          <a:bodyPr spcFirstLastPara="1" wrap="square" lIns="0" tIns="0" rIns="0" bIns="0" anchor="t" anchorCtr="0">
            <a:noAutofit/>
          </a:bodyPr>
          <a:lstStyle/>
          <a:p>
            <a:pPr marL="0" marR="0" lvl="0" indent="0" algn="l" rtl="0">
              <a:lnSpc>
                <a:spcPct val="110500"/>
              </a:lnSpc>
              <a:spcBef>
                <a:spcPts val="0"/>
              </a:spcBef>
              <a:spcAft>
                <a:spcPts val="0"/>
              </a:spcAft>
              <a:buClr>
                <a:srgbClr val="FFFFFF"/>
              </a:buClr>
              <a:buSzPts val="1800"/>
              <a:buFont typeface="DM Sans"/>
              <a:buNone/>
            </a:pPr>
            <a:r>
              <a:rPr lang="en-US" sz="1800" b="1" i="0" u="none" strike="noStrike" cap="none">
                <a:solidFill>
                  <a:srgbClr val="FFFFFF"/>
                </a:solidFill>
                <a:latin typeface="DM Sans"/>
                <a:ea typeface="DM Sans"/>
                <a:cs typeface="DM Sans"/>
                <a:sym typeface="DM Sans"/>
              </a:rPr>
              <a:t>Interpret</a:t>
            </a:r>
            <a:endParaRPr sz="1800" b="0" i="0" u="none" strike="noStrike" cap="none">
              <a:solidFill>
                <a:schemeClr val="dk1"/>
              </a:solidFill>
              <a:latin typeface="Calibri"/>
              <a:ea typeface="Calibri"/>
              <a:cs typeface="Calibri"/>
              <a:sym typeface="Calibri"/>
            </a:endParaRPr>
          </a:p>
        </p:txBody>
      </p:sp>
      <p:sp>
        <p:nvSpPr>
          <p:cNvPr id="129" name="Google Shape;129;p7"/>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5</a:t>
            </a:fld>
            <a:endParaRPr/>
          </a:p>
        </p:txBody>
      </p:sp>
      <p:sp>
        <p:nvSpPr>
          <p:cNvPr id="130" name="Google Shape;130;p7"/>
          <p:cNvSpPr/>
          <p:nvPr/>
        </p:nvSpPr>
        <p:spPr>
          <a:xfrm>
            <a:off x="17176400" y="152400"/>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b="0" i="0" u="none" strike="noStrike" cap="none">
                <a:solidFill>
                  <a:srgbClr val="000000"/>
                </a:solidFill>
                <a:latin typeface="DM Mono"/>
                <a:ea typeface="DM Mono"/>
                <a:cs typeface="DM Mono"/>
                <a:sym typeface="DM Mono"/>
              </a:rPr>
              <a:t>PRESENTATION</a:t>
            </a:r>
            <a:br>
              <a:rPr lang="en-US" sz="900" b="0" i="0" u="none" strike="noStrike" cap="none">
                <a:solidFill>
                  <a:srgbClr val="000000"/>
                </a:solidFill>
                <a:latin typeface="DM Mono"/>
                <a:ea typeface="DM Mono"/>
                <a:cs typeface="DM Mono"/>
                <a:sym typeface="DM Mono"/>
              </a:rPr>
            </a:br>
            <a:endParaRPr sz="900" b="0" i="0" u="none" strike="noStrike" cap="none">
              <a:solidFill>
                <a:schemeClr val="dk1"/>
              </a:solidFill>
              <a:latin typeface="Calibri"/>
              <a:ea typeface="Calibri"/>
              <a:cs typeface="Calibri"/>
              <a:sym typeface="Calibri"/>
            </a:endParaRPr>
          </a:p>
        </p:txBody>
      </p:sp>
      <p:sp>
        <p:nvSpPr>
          <p:cNvPr id="131" name="Google Shape;131;p7"/>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pic>
        <p:nvPicPr>
          <p:cNvPr id="132" name="Google Shape;132;p7"/>
          <p:cNvPicPr preferRelativeResize="0"/>
          <p:nvPr/>
        </p:nvPicPr>
        <p:blipFill>
          <a:blip r:embed="rId6">
            <a:alphaModFix/>
          </a:blip>
          <a:stretch>
            <a:fillRect/>
          </a:stretch>
        </p:blipFill>
        <p:spPr>
          <a:xfrm>
            <a:off x="152400" y="152400"/>
            <a:ext cx="751612" cy="3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137"/>
        <p:cNvGrpSpPr/>
        <p:nvPr/>
      </p:nvGrpSpPr>
      <p:grpSpPr>
        <a:xfrm>
          <a:off x="0" y="0"/>
          <a:ext cx="0" cy="0"/>
          <a:chOff x="0" y="0"/>
          <a:chExt cx="0" cy="0"/>
        </a:xfrm>
      </p:grpSpPr>
      <p:pic>
        <p:nvPicPr>
          <p:cNvPr id="138" name="Google Shape;138;p8" descr="preencoded.png"/>
          <p:cNvPicPr preferRelativeResize="0"/>
          <p:nvPr/>
        </p:nvPicPr>
        <p:blipFill rotWithShape="1">
          <a:blip r:embed="rId3">
            <a:alphaModFix/>
          </a:blip>
          <a:srcRect/>
          <a:stretch/>
        </p:blipFill>
        <p:spPr>
          <a:xfrm>
            <a:off x="152400" y="652463"/>
            <a:ext cx="17983197" cy="18288"/>
          </a:xfrm>
          <a:prstGeom prst="rect">
            <a:avLst/>
          </a:prstGeom>
          <a:noFill/>
          <a:ln>
            <a:noFill/>
          </a:ln>
        </p:spPr>
      </p:pic>
      <p:sp>
        <p:nvSpPr>
          <p:cNvPr id="139" name="Google Shape;139;p8"/>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6</a:t>
            </a:fld>
            <a:endParaRPr/>
          </a:p>
        </p:txBody>
      </p:sp>
      <p:sp>
        <p:nvSpPr>
          <p:cNvPr id="140" name="Google Shape;140;p8"/>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pic>
        <p:nvPicPr>
          <p:cNvPr id="141" name="Google Shape;141;p8"/>
          <p:cNvPicPr preferRelativeResize="0"/>
          <p:nvPr/>
        </p:nvPicPr>
        <p:blipFill>
          <a:blip r:embed="rId4">
            <a:alphaModFix/>
          </a:blip>
          <a:stretch>
            <a:fillRect/>
          </a:stretch>
        </p:blipFill>
        <p:spPr>
          <a:xfrm>
            <a:off x="152400" y="152400"/>
            <a:ext cx="751612" cy="357200"/>
          </a:xfrm>
          <a:prstGeom prst="rect">
            <a:avLst/>
          </a:prstGeom>
          <a:noFill/>
          <a:ln>
            <a:noFill/>
          </a:ln>
        </p:spPr>
      </p:pic>
      <p:sp>
        <p:nvSpPr>
          <p:cNvPr id="142" name="Google Shape;142;p8"/>
          <p:cNvSpPr/>
          <p:nvPr/>
        </p:nvSpPr>
        <p:spPr>
          <a:xfrm>
            <a:off x="16237150" y="152400"/>
            <a:ext cx="1898400" cy="126300"/>
          </a:xfrm>
          <a:prstGeom prst="rect">
            <a:avLst/>
          </a:prstGeom>
          <a:noFill/>
          <a:ln>
            <a:noFill/>
          </a:ln>
        </p:spPr>
        <p:txBody>
          <a:bodyPr spcFirstLastPara="1" wrap="square" lIns="0" tIns="0" rIns="0" bIns="0" anchor="t" anchorCtr="0">
            <a:noAutofit/>
          </a:bodyPr>
          <a:lstStyle/>
          <a:p>
            <a:pPr marL="0" lvl="0" indent="0" algn="r" rtl="0">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marL="0" marR="0" lvl="0" indent="0" algn="r" rtl="0">
              <a:lnSpc>
                <a:spcPct val="119000"/>
              </a:lnSpc>
              <a:spcBef>
                <a:spcPts val="0"/>
              </a:spcBef>
              <a:spcAft>
                <a:spcPts val="0"/>
              </a:spcAft>
              <a:buClr>
                <a:srgbClr val="000000"/>
              </a:buClr>
              <a:buSzPts val="900"/>
              <a:buFont typeface="DM Mono"/>
              <a:buNone/>
            </a:pPr>
            <a:endParaRPr sz="900">
              <a:latin typeface="DM Mono"/>
              <a:ea typeface="DM Mono"/>
              <a:cs typeface="DM Mono"/>
              <a:sym typeface="DM Mono"/>
            </a:endParaRPr>
          </a:p>
        </p:txBody>
      </p:sp>
      <p:sp>
        <p:nvSpPr>
          <p:cNvPr id="143" name="Google Shape;143;p8"/>
          <p:cNvSpPr/>
          <p:nvPr/>
        </p:nvSpPr>
        <p:spPr>
          <a:xfrm>
            <a:off x="152400" y="2245200"/>
            <a:ext cx="15358800" cy="7356000"/>
          </a:xfrm>
          <a:prstGeom prst="rect">
            <a:avLst/>
          </a:prstGeom>
          <a:noFill/>
          <a:ln>
            <a:noFill/>
          </a:ln>
        </p:spPr>
        <p:txBody>
          <a:bodyPr spcFirstLastPara="1" wrap="square" lIns="0" tIns="0" rIns="0" bIns="0" anchor="b" anchorCtr="0">
            <a:noAutofit/>
          </a:bodyPr>
          <a:lstStyle/>
          <a:p>
            <a:pPr marL="457200" lvl="0" indent="-381000" algn="l" rtl="0">
              <a:lnSpc>
                <a:spcPct val="115000"/>
              </a:lnSpc>
              <a:spcBef>
                <a:spcPts val="1200"/>
              </a:spcBef>
              <a:spcAft>
                <a:spcPts val="0"/>
              </a:spcAft>
              <a:buClr>
                <a:schemeClr val="dk1"/>
              </a:buClr>
              <a:buSzPts val="2400"/>
              <a:buFont typeface="DM Sans"/>
              <a:buChar char="●"/>
            </a:pPr>
            <a:endParaRPr sz="2400">
              <a:solidFill>
                <a:schemeClr val="dk1"/>
              </a:solidFill>
              <a:latin typeface="DM Sans"/>
              <a:ea typeface="DM Sans"/>
              <a:cs typeface="DM Sans"/>
              <a:sym typeface="DM Sans"/>
            </a:endParaRPr>
          </a:p>
        </p:txBody>
      </p:sp>
      <p:sp>
        <p:nvSpPr>
          <p:cNvPr id="144" name="Google Shape;144;p8"/>
          <p:cNvSpPr/>
          <p:nvPr/>
        </p:nvSpPr>
        <p:spPr>
          <a:xfrm>
            <a:off x="152400" y="904875"/>
            <a:ext cx="12098700" cy="895500"/>
          </a:xfrm>
          <a:prstGeom prst="rect">
            <a:avLst/>
          </a:prstGeom>
          <a:noFill/>
          <a:ln>
            <a:noFill/>
          </a:ln>
        </p:spPr>
        <p:txBody>
          <a:bodyPr spcFirstLastPara="1" wrap="square" lIns="0" tIns="0" rIns="0" bIns="0" anchor="t" anchorCtr="0">
            <a:noAutofit/>
          </a:bodyPr>
          <a:lstStyle/>
          <a:p>
            <a:pPr marL="0" marR="0" lvl="0" indent="0" algn="l" rtl="0">
              <a:lnSpc>
                <a:spcPct val="76500"/>
              </a:lnSpc>
              <a:spcBef>
                <a:spcPts val="0"/>
              </a:spcBef>
              <a:spcAft>
                <a:spcPts val="0"/>
              </a:spcAft>
              <a:buClr>
                <a:srgbClr val="000000"/>
              </a:buClr>
              <a:buSzPts val="7800"/>
              <a:buFont typeface="League Gothic"/>
              <a:buNone/>
            </a:pPr>
            <a:r>
              <a:rPr lang="en-US" sz="7800">
                <a:latin typeface="League Gothic"/>
                <a:ea typeface="League Gothic"/>
                <a:cs typeface="League Gothic"/>
                <a:sym typeface="League Gothic"/>
              </a:rPr>
              <a:t>Project Milestones</a:t>
            </a:r>
            <a:endParaRPr sz="7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149"/>
        <p:cNvGrpSpPr/>
        <p:nvPr/>
      </p:nvGrpSpPr>
      <p:grpSpPr>
        <a:xfrm>
          <a:off x="0" y="0"/>
          <a:ext cx="0" cy="0"/>
          <a:chOff x="0" y="0"/>
          <a:chExt cx="0" cy="0"/>
        </a:xfrm>
      </p:grpSpPr>
      <p:pic>
        <p:nvPicPr>
          <p:cNvPr id="150" name="Google Shape;150;p9" descr="preencoded.png"/>
          <p:cNvPicPr preferRelativeResize="0"/>
          <p:nvPr/>
        </p:nvPicPr>
        <p:blipFill rotWithShape="1">
          <a:blip r:embed="rId3">
            <a:alphaModFix/>
          </a:blip>
          <a:srcRect/>
          <a:stretch/>
        </p:blipFill>
        <p:spPr>
          <a:xfrm>
            <a:off x="0" y="2781300"/>
            <a:ext cx="18287999" cy="7505699"/>
          </a:xfrm>
          <a:prstGeom prst="rect">
            <a:avLst/>
          </a:prstGeom>
          <a:noFill/>
          <a:ln>
            <a:noFill/>
          </a:ln>
        </p:spPr>
      </p:pic>
      <p:pic>
        <p:nvPicPr>
          <p:cNvPr id="151" name="Google Shape;151;p9" descr="preencoded.png"/>
          <p:cNvPicPr preferRelativeResize="0"/>
          <p:nvPr/>
        </p:nvPicPr>
        <p:blipFill rotWithShape="1">
          <a:blip r:embed="rId4">
            <a:alphaModFix/>
          </a:blip>
          <a:srcRect/>
          <a:stretch/>
        </p:blipFill>
        <p:spPr>
          <a:xfrm>
            <a:off x="0" y="2781300"/>
            <a:ext cx="18288003" cy="476250"/>
          </a:xfrm>
          <a:prstGeom prst="rect">
            <a:avLst/>
          </a:prstGeom>
          <a:noFill/>
          <a:ln>
            <a:noFill/>
          </a:ln>
        </p:spPr>
      </p:pic>
      <p:pic>
        <p:nvPicPr>
          <p:cNvPr id="152" name="Google Shape;152;p9" descr="preencoded.png"/>
          <p:cNvPicPr preferRelativeResize="0"/>
          <p:nvPr/>
        </p:nvPicPr>
        <p:blipFill rotWithShape="1">
          <a:blip r:embed="rId5">
            <a:alphaModFix/>
          </a:blip>
          <a:srcRect/>
          <a:stretch/>
        </p:blipFill>
        <p:spPr>
          <a:xfrm>
            <a:off x="152400" y="2781300"/>
            <a:ext cx="17983201" cy="7505699"/>
          </a:xfrm>
          <a:prstGeom prst="rect">
            <a:avLst/>
          </a:prstGeom>
          <a:noFill/>
          <a:ln>
            <a:noFill/>
          </a:ln>
        </p:spPr>
      </p:pic>
      <p:pic>
        <p:nvPicPr>
          <p:cNvPr id="153" name="Google Shape;153;p9" descr="preencoded.png"/>
          <p:cNvPicPr preferRelativeResize="0"/>
          <p:nvPr/>
        </p:nvPicPr>
        <p:blipFill rotWithShape="1">
          <a:blip r:embed="rId6">
            <a:alphaModFix/>
          </a:blip>
          <a:srcRect/>
          <a:stretch/>
        </p:blipFill>
        <p:spPr>
          <a:xfrm>
            <a:off x="152400" y="2181225"/>
            <a:ext cx="17983200" cy="600075"/>
          </a:xfrm>
          <a:prstGeom prst="rect">
            <a:avLst/>
          </a:prstGeom>
          <a:noFill/>
          <a:ln>
            <a:noFill/>
          </a:ln>
        </p:spPr>
      </p:pic>
      <p:sp>
        <p:nvSpPr>
          <p:cNvPr id="154" name="Google Shape;154;p9"/>
          <p:cNvSpPr/>
          <p:nvPr/>
        </p:nvSpPr>
        <p:spPr>
          <a:xfrm>
            <a:off x="159575" y="3409950"/>
            <a:ext cx="3067200" cy="6724800"/>
          </a:xfrm>
          <a:prstGeom prst="roundRect">
            <a:avLst>
              <a:gd name="adj" fmla="val 3079"/>
            </a:avLst>
          </a:prstGeom>
          <a:solidFill>
            <a:srgbClr val="F6F6F4"/>
          </a:solidFill>
          <a:ln w="9525" cap="flat" cmpd="sng">
            <a:solidFill>
              <a:srgbClr val="ECECE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5" name="Google Shape;155;p9" descr="preencoded.png"/>
          <p:cNvPicPr preferRelativeResize="0"/>
          <p:nvPr/>
        </p:nvPicPr>
        <p:blipFill rotWithShape="1">
          <a:blip r:embed="rId7">
            <a:alphaModFix/>
          </a:blip>
          <a:srcRect/>
          <a:stretch/>
        </p:blipFill>
        <p:spPr>
          <a:xfrm>
            <a:off x="152400" y="652463"/>
            <a:ext cx="17983197" cy="18288"/>
          </a:xfrm>
          <a:prstGeom prst="rect">
            <a:avLst/>
          </a:prstGeom>
          <a:noFill/>
          <a:ln>
            <a:noFill/>
          </a:ln>
        </p:spPr>
      </p:pic>
      <p:pic>
        <p:nvPicPr>
          <p:cNvPr id="156" name="Google Shape;156;p9" descr="preencoded.png"/>
          <p:cNvPicPr preferRelativeResize="0"/>
          <p:nvPr/>
        </p:nvPicPr>
        <p:blipFill rotWithShape="1">
          <a:blip r:embed="rId7">
            <a:alphaModFix/>
          </a:blip>
          <a:srcRect/>
          <a:stretch/>
        </p:blipFill>
        <p:spPr>
          <a:xfrm>
            <a:off x="152400" y="2776538"/>
            <a:ext cx="17983197" cy="18288"/>
          </a:xfrm>
          <a:prstGeom prst="rect">
            <a:avLst/>
          </a:prstGeom>
          <a:noFill/>
          <a:ln>
            <a:noFill/>
          </a:ln>
        </p:spPr>
      </p:pic>
      <p:pic>
        <p:nvPicPr>
          <p:cNvPr id="157" name="Google Shape;157;p9" descr="preencoded.png"/>
          <p:cNvPicPr preferRelativeResize="0"/>
          <p:nvPr/>
        </p:nvPicPr>
        <p:blipFill rotWithShape="1">
          <a:blip r:embed="rId7">
            <a:alphaModFix/>
          </a:blip>
          <a:srcRect/>
          <a:stretch/>
        </p:blipFill>
        <p:spPr>
          <a:xfrm>
            <a:off x="152400" y="2176463"/>
            <a:ext cx="17983197" cy="18288"/>
          </a:xfrm>
          <a:prstGeom prst="rect">
            <a:avLst/>
          </a:prstGeom>
          <a:noFill/>
          <a:ln>
            <a:noFill/>
          </a:ln>
        </p:spPr>
      </p:pic>
      <p:sp>
        <p:nvSpPr>
          <p:cNvPr id="158" name="Google Shape;158;p9"/>
          <p:cNvSpPr/>
          <p:nvPr/>
        </p:nvSpPr>
        <p:spPr>
          <a:xfrm>
            <a:off x="13335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JUN </a:t>
            </a:r>
            <a:endParaRPr sz="1200" b="0" i="0" u="none" strike="noStrike" cap="none">
              <a:solidFill>
                <a:schemeClr val="dk1"/>
              </a:solidFill>
              <a:latin typeface="Calibri"/>
              <a:ea typeface="Calibri"/>
              <a:cs typeface="Calibri"/>
              <a:sym typeface="Calibri"/>
            </a:endParaRPr>
          </a:p>
        </p:txBody>
      </p:sp>
      <p:sp>
        <p:nvSpPr>
          <p:cNvPr id="159" name="Google Shape;159;p9"/>
          <p:cNvSpPr/>
          <p:nvPr/>
        </p:nvSpPr>
        <p:spPr>
          <a:xfrm>
            <a:off x="1190625"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JUL</a:t>
            </a:r>
            <a:endParaRPr sz="1200" b="0" i="0" u="none" strike="noStrike" cap="none">
              <a:solidFill>
                <a:schemeClr val="dk1"/>
              </a:solidFill>
              <a:latin typeface="Calibri"/>
              <a:ea typeface="Calibri"/>
              <a:cs typeface="Calibri"/>
              <a:sym typeface="Calibri"/>
            </a:endParaRPr>
          </a:p>
        </p:txBody>
      </p:sp>
      <p:sp>
        <p:nvSpPr>
          <p:cNvPr id="160" name="Google Shape;160;p9"/>
          <p:cNvSpPr/>
          <p:nvPr/>
        </p:nvSpPr>
        <p:spPr>
          <a:xfrm>
            <a:off x="224790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AUG</a:t>
            </a:r>
            <a:endParaRPr sz="1200" b="0" i="0" u="none" strike="noStrike" cap="none">
              <a:solidFill>
                <a:schemeClr val="dk1"/>
              </a:solidFill>
              <a:latin typeface="Calibri"/>
              <a:ea typeface="Calibri"/>
              <a:cs typeface="Calibri"/>
              <a:sym typeface="Calibri"/>
            </a:endParaRPr>
          </a:p>
        </p:txBody>
      </p:sp>
      <p:sp>
        <p:nvSpPr>
          <p:cNvPr id="161" name="Google Shape;161;p9"/>
          <p:cNvSpPr/>
          <p:nvPr/>
        </p:nvSpPr>
        <p:spPr>
          <a:xfrm>
            <a:off x="3305175"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SEP</a:t>
            </a:r>
            <a:endParaRPr sz="1200" b="0" i="0" u="none" strike="noStrike" cap="none">
              <a:solidFill>
                <a:schemeClr val="dk1"/>
              </a:solidFill>
              <a:latin typeface="Calibri"/>
              <a:ea typeface="Calibri"/>
              <a:cs typeface="Calibri"/>
              <a:sym typeface="Calibri"/>
            </a:endParaRPr>
          </a:p>
        </p:txBody>
      </p:sp>
      <p:sp>
        <p:nvSpPr>
          <p:cNvPr id="162" name="Google Shape;162;p9"/>
          <p:cNvSpPr/>
          <p:nvPr/>
        </p:nvSpPr>
        <p:spPr>
          <a:xfrm>
            <a:off x="436245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OCT</a:t>
            </a:r>
            <a:endParaRPr sz="1200" b="0" i="0" u="none" strike="noStrike" cap="none">
              <a:solidFill>
                <a:schemeClr val="dk1"/>
              </a:solidFill>
              <a:latin typeface="Calibri"/>
              <a:ea typeface="Calibri"/>
              <a:cs typeface="Calibri"/>
              <a:sym typeface="Calibri"/>
            </a:endParaRPr>
          </a:p>
        </p:txBody>
      </p:sp>
      <p:sp>
        <p:nvSpPr>
          <p:cNvPr id="163" name="Google Shape;163;p9"/>
          <p:cNvSpPr/>
          <p:nvPr/>
        </p:nvSpPr>
        <p:spPr>
          <a:xfrm>
            <a:off x="5419725"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NOV</a:t>
            </a:r>
            <a:endParaRPr sz="1200" b="0" i="0" u="none" strike="noStrike" cap="none">
              <a:solidFill>
                <a:schemeClr val="dk1"/>
              </a:solidFill>
              <a:latin typeface="Calibri"/>
              <a:ea typeface="Calibri"/>
              <a:cs typeface="Calibri"/>
              <a:sym typeface="Calibri"/>
            </a:endParaRPr>
          </a:p>
        </p:txBody>
      </p:sp>
      <p:sp>
        <p:nvSpPr>
          <p:cNvPr id="164" name="Google Shape;164;p9"/>
          <p:cNvSpPr/>
          <p:nvPr/>
        </p:nvSpPr>
        <p:spPr>
          <a:xfrm>
            <a:off x="647700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DEC</a:t>
            </a:r>
            <a:endParaRPr sz="1200" b="0" i="0" u="none" strike="noStrike" cap="none">
              <a:solidFill>
                <a:schemeClr val="dk1"/>
              </a:solidFill>
              <a:latin typeface="Calibri"/>
              <a:ea typeface="Calibri"/>
              <a:cs typeface="Calibri"/>
              <a:sym typeface="Calibri"/>
            </a:endParaRPr>
          </a:p>
        </p:txBody>
      </p:sp>
      <p:sp>
        <p:nvSpPr>
          <p:cNvPr id="165" name="Google Shape;165;p9"/>
          <p:cNvSpPr/>
          <p:nvPr/>
        </p:nvSpPr>
        <p:spPr>
          <a:xfrm>
            <a:off x="7534275"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JAN</a:t>
            </a:r>
            <a:endParaRPr sz="1200" b="0" i="0" u="none" strike="noStrike" cap="none">
              <a:solidFill>
                <a:schemeClr val="dk1"/>
              </a:solidFill>
              <a:latin typeface="Calibri"/>
              <a:ea typeface="Calibri"/>
              <a:cs typeface="Calibri"/>
              <a:sym typeface="Calibri"/>
            </a:endParaRPr>
          </a:p>
        </p:txBody>
      </p:sp>
      <p:sp>
        <p:nvSpPr>
          <p:cNvPr id="166" name="Google Shape;166;p9"/>
          <p:cNvSpPr/>
          <p:nvPr/>
        </p:nvSpPr>
        <p:spPr>
          <a:xfrm>
            <a:off x="859155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FEB</a:t>
            </a:r>
            <a:endParaRPr sz="1200" b="0" i="0" u="none" strike="noStrike" cap="none">
              <a:solidFill>
                <a:schemeClr val="dk1"/>
              </a:solidFill>
              <a:latin typeface="Calibri"/>
              <a:ea typeface="Calibri"/>
              <a:cs typeface="Calibri"/>
              <a:sym typeface="Calibri"/>
            </a:endParaRPr>
          </a:p>
        </p:txBody>
      </p:sp>
      <p:sp>
        <p:nvSpPr>
          <p:cNvPr id="167" name="Google Shape;167;p9"/>
          <p:cNvSpPr/>
          <p:nvPr/>
        </p:nvSpPr>
        <p:spPr>
          <a:xfrm>
            <a:off x="9648825"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MAR</a:t>
            </a:r>
            <a:endParaRPr sz="1200" b="0" i="0" u="none" strike="noStrike" cap="none">
              <a:solidFill>
                <a:schemeClr val="dk1"/>
              </a:solidFill>
              <a:latin typeface="Calibri"/>
              <a:ea typeface="Calibri"/>
              <a:cs typeface="Calibri"/>
              <a:sym typeface="Calibri"/>
            </a:endParaRPr>
          </a:p>
        </p:txBody>
      </p:sp>
      <p:sp>
        <p:nvSpPr>
          <p:cNvPr id="168" name="Google Shape;168;p9"/>
          <p:cNvSpPr/>
          <p:nvPr/>
        </p:nvSpPr>
        <p:spPr>
          <a:xfrm>
            <a:off x="1070610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APR</a:t>
            </a:r>
            <a:endParaRPr sz="1200" b="0" i="0" u="none" strike="noStrike" cap="none">
              <a:solidFill>
                <a:schemeClr val="dk1"/>
              </a:solidFill>
              <a:latin typeface="Calibri"/>
              <a:ea typeface="Calibri"/>
              <a:cs typeface="Calibri"/>
              <a:sym typeface="Calibri"/>
            </a:endParaRPr>
          </a:p>
        </p:txBody>
      </p:sp>
      <p:sp>
        <p:nvSpPr>
          <p:cNvPr id="169" name="Google Shape;169;p9"/>
          <p:cNvSpPr/>
          <p:nvPr/>
        </p:nvSpPr>
        <p:spPr>
          <a:xfrm>
            <a:off x="11763375"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MAY</a:t>
            </a:r>
            <a:endParaRPr sz="1200" b="0" i="0" u="none" strike="noStrike" cap="none">
              <a:solidFill>
                <a:schemeClr val="dk1"/>
              </a:solidFill>
              <a:latin typeface="Calibri"/>
              <a:ea typeface="Calibri"/>
              <a:cs typeface="Calibri"/>
              <a:sym typeface="Calibri"/>
            </a:endParaRPr>
          </a:p>
        </p:txBody>
      </p:sp>
      <p:sp>
        <p:nvSpPr>
          <p:cNvPr id="170" name="Google Shape;170;p9"/>
          <p:cNvSpPr/>
          <p:nvPr/>
        </p:nvSpPr>
        <p:spPr>
          <a:xfrm>
            <a:off x="1282065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JUN </a:t>
            </a:r>
            <a:endParaRPr sz="1200" b="0" i="0" u="none" strike="noStrike" cap="none">
              <a:solidFill>
                <a:schemeClr val="dk1"/>
              </a:solidFill>
              <a:latin typeface="Calibri"/>
              <a:ea typeface="Calibri"/>
              <a:cs typeface="Calibri"/>
              <a:sym typeface="Calibri"/>
            </a:endParaRPr>
          </a:p>
        </p:txBody>
      </p:sp>
      <p:sp>
        <p:nvSpPr>
          <p:cNvPr id="171" name="Google Shape;171;p9"/>
          <p:cNvSpPr/>
          <p:nvPr/>
        </p:nvSpPr>
        <p:spPr>
          <a:xfrm>
            <a:off x="13877925"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JUL</a:t>
            </a:r>
            <a:endParaRPr sz="1200" b="0" i="0" u="none" strike="noStrike" cap="none">
              <a:solidFill>
                <a:schemeClr val="dk1"/>
              </a:solidFill>
              <a:latin typeface="Calibri"/>
              <a:ea typeface="Calibri"/>
              <a:cs typeface="Calibri"/>
              <a:sym typeface="Calibri"/>
            </a:endParaRPr>
          </a:p>
        </p:txBody>
      </p:sp>
      <p:sp>
        <p:nvSpPr>
          <p:cNvPr id="172" name="Google Shape;172;p9"/>
          <p:cNvSpPr/>
          <p:nvPr/>
        </p:nvSpPr>
        <p:spPr>
          <a:xfrm>
            <a:off x="1493520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AUG</a:t>
            </a:r>
            <a:endParaRPr sz="1200" b="0" i="0" u="none" strike="noStrike" cap="none">
              <a:solidFill>
                <a:schemeClr val="dk1"/>
              </a:solidFill>
              <a:latin typeface="Calibri"/>
              <a:ea typeface="Calibri"/>
              <a:cs typeface="Calibri"/>
              <a:sym typeface="Calibri"/>
            </a:endParaRPr>
          </a:p>
        </p:txBody>
      </p:sp>
      <p:sp>
        <p:nvSpPr>
          <p:cNvPr id="173" name="Google Shape;173;p9"/>
          <p:cNvSpPr/>
          <p:nvPr/>
        </p:nvSpPr>
        <p:spPr>
          <a:xfrm>
            <a:off x="15992475"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SEP</a:t>
            </a:r>
            <a:endParaRPr sz="1200" b="0" i="0" u="none" strike="noStrike" cap="none">
              <a:solidFill>
                <a:schemeClr val="dk1"/>
              </a:solidFill>
              <a:latin typeface="Calibri"/>
              <a:ea typeface="Calibri"/>
              <a:cs typeface="Calibri"/>
              <a:sym typeface="Calibri"/>
            </a:endParaRPr>
          </a:p>
        </p:txBody>
      </p:sp>
      <p:sp>
        <p:nvSpPr>
          <p:cNvPr id="174" name="Google Shape;174;p9"/>
          <p:cNvSpPr/>
          <p:nvPr/>
        </p:nvSpPr>
        <p:spPr>
          <a:xfrm>
            <a:off x="17049750" y="2943225"/>
            <a:ext cx="1104900" cy="1239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1200"/>
              <a:buFont typeface="DM Sans"/>
              <a:buNone/>
            </a:pPr>
            <a:r>
              <a:rPr lang="en-US" sz="1200" b="0" i="0" u="none" strike="noStrike" cap="none">
                <a:solidFill>
                  <a:srgbClr val="000000"/>
                </a:solidFill>
                <a:latin typeface="DM Sans"/>
                <a:ea typeface="DM Sans"/>
                <a:cs typeface="DM Sans"/>
                <a:sym typeface="DM Sans"/>
              </a:rPr>
              <a:t>OCT</a:t>
            </a:r>
            <a:endParaRPr sz="1200" b="0" i="0" u="none" strike="noStrike" cap="none">
              <a:solidFill>
                <a:schemeClr val="dk1"/>
              </a:solidFill>
              <a:latin typeface="Calibri"/>
              <a:ea typeface="Calibri"/>
              <a:cs typeface="Calibri"/>
              <a:sym typeface="Calibri"/>
            </a:endParaRPr>
          </a:p>
        </p:txBody>
      </p:sp>
      <p:sp>
        <p:nvSpPr>
          <p:cNvPr id="175" name="Google Shape;175;p9"/>
          <p:cNvSpPr/>
          <p:nvPr/>
        </p:nvSpPr>
        <p:spPr>
          <a:xfrm>
            <a:off x="7534275" y="2333625"/>
            <a:ext cx="1104900" cy="3048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2024</a:t>
            </a:r>
            <a:endParaRPr sz="3000" b="0" i="0" u="none" strike="noStrike" cap="none">
              <a:solidFill>
                <a:schemeClr val="dk1"/>
              </a:solidFill>
              <a:latin typeface="Calibri"/>
              <a:ea typeface="Calibri"/>
              <a:cs typeface="Calibri"/>
              <a:sym typeface="Calibri"/>
            </a:endParaRPr>
          </a:p>
        </p:txBody>
      </p:sp>
      <p:sp>
        <p:nvSpPr>
          <p:cNvPr id="176" name="Google Shape;176;p9"/>
          <p:cNvSpPr/>
          <p:nvPr/>
        </p:nvSpPr>
        <p:spPr>
          <a:xfrm>
            <a:off x="133350" y="2333625"/>
            <a:ext cx="1104900" cy="304800"/>
          </a:xfrm>
          <a:prstGeom prst="rect">
            <a:avLst/>
          </a:prstGeom>
          <a:noFill/>
          <a:ln>
            <a:noFill/>
          </a:ln>
        </p:spPr>
        <p:txBody>
          <a:bodyPr spcFirstLastPara="1" wrap="square" lIns="0" tIns="0" rIns="0" bIns="0" anchor="t" anchorCtr="0">
            <a:noAutofit/>
          </a:bodyPr>
          <a:lstStyle/>
          <a:p>
            <a:pPr marL="0" marR="0" lvl="0" indent="0" algn="ctr" rtl="0">
              <a:lnSpc>
                <a:spcPct val="68000"/>
              </a:lnSpc>
              <a:spcBef>
                <a:spcPts val="0"/>
              </a:spcBef>
              <a:spcAft>
                <a:spcPts val="0"/>
              </a:spcAft>
              <a:buClr>
                <a:srgbClr val="000000"/>
              </a:buClr>
              <a:buSzPts val="3000"/>
              <a:buFont typeface="League Gothic"/>
              <a:buNone/>
            </a:pPr>
            <a:r>
              <a:rPr lang="en-US" sz="3000" b="0" i="0" u="none" strike="noStrike" cap="none">
                <a:solidFill>
                  <a:srgbClr val="000000"/>
                </a:solidFill>
                <a:latin typeface="League Gothic"/>
                <a:ea typeface="League Gothic"/>
                <a:cs typeface="League Gothic"/>
                <a:sym typeface="League Gothic"/>
              </a:rPr>
              <a:t>2023</a:t>
            </a:r>
            <a:endParaRPr sz="3000" b="0" i="0" u="none" strike="noStrike" cap="none">
              <a:solidFill>
                <a:schemeClr val="dk1"/>
              </a:solidFill>
              <a:latin typeface="Calibri"/>
              <a:ea typeface="Calibri"/>
              <a:cs typeface="Calibri"/>
              <a:sym typeface="Calibri"/>
            </a:endParaRPr>
          </a:p>
        </p:txBody>
      </p:sp>
      <p:sp>
        <p:nvSpPr>
          <p:cNvPr id="177" name="Google Shape;177;p9"/>
          <p:cNvSpPr/>
          <p:nvPr/>
        </p:nvSpPr>
        <p:spPr>
          <a:xfrm>
            <a:off x="152400" y="904875"/>
            <a:ext cx="8982000" cy="895500"/>
          </a:xfrm>
          <a:prstGeom prst="rect">
            <a:avLst/>
          </a:prstGeom>
          <a:noFill/>
          <a:ln>
            <a:noFill/>
          </a:ln>
        </p:spPr>
        <p:txBody>
          <a:bodyPr spcFirstLastPara="1" wrap="square" lIns="0" tIns="0" rIns="0" bIns="0" anchor="t" anchorCtr="0">
            <a:noAutofit/>
          </a:bodyPr>
          <a:lstStyle/>
          <a:p>
            <a:pPr marL="0" marR="0" lvl="0" indent="0" algn="l" rtl="0">
              <a:lnSpc>
                <a:spcPct val="76500"/>
              </a:lnSpc>
              <a:spcBef>
                <a:spcPts val="0"/>
              </a:spcBef>
              <a:spcAft>
                <a:spcPts val="0"/>
              </a:spcAft>
              <a:buClr>
                <a:srgbClr val="000000"/>
              </a:buClr>
              <a:buSzPts val="7800"/>
              <a:buFont typeface="League Gothic"/>
              <a:buNone/>
            </a:pPr>
            <a:r>
              <a:rPr lang="en-US" sz="7800" b="0" i="0" u="none" strike="noStrike" cap="none">
                <a:solidFill>
                  <a:srgbClr val="000000"/>
                </a:solidFill>
                <a:latin typeface="League Gothic"/>
                <a:ea typeface="League Gothic"/>
                <a:cs typeface="League Gothic"/>
                <a:sym typeface="League Gothic"/>
              </a:rPr>
              <a:t>Project Timeline</a:t>
            </a:r>
            <a:endParaRPr sz="7800" b="0" i="0" u="none" strike="noStrike" cap="none">
              <a:solidFill>
                <a:schemeClr val="dk1"/>
              </a:solidFill>
              <a:latin typeface="Calibri"/>
              <a:ea typeface="Calibri"/>
              <a:cs typeface="Calibri"/>
              <a:sym typeface="Calibri"/>
            </a:endParaRPr>
          </a:p>
        </p:txBody>
      </p:sp>
      <p:sp>
        <p:nvSpPr>
          <p:cNvPr id="178" name="Google Shape;178;p9"/>
          <p:cNvSpPr/>
          <p:nvPr/>
        </p:nvSpPr>
        <p:spPr>
          <a:xfrm>
            <a:off x="13725525" y="1133475"/>
            <a:ext cx="4448100" cy="514500"/>
          </a:xfrm>
          <a:prstGeom prst="rect">
            <a:avLst/>
          </a:prstGeom>
          <a:noFill/>
          <a:ln>
            <a:noFill/>
          </a:ln>
        </p:spPr>
        <p:txBody>
          <a:bodyPr spcFirstLastPara="1" wrap="square" lIns="0" tIns="0" rIns="0" bIns="0" anchor="b" anchorCtr="0">
            <a:noAutofit/>
          </a:bodyPr>
          <a:lstStyle/>
          <a:p>
            <a:pPr marL="0" marR="0" lvl="0" indent="0" algn="l" rtl="0">
              <a:lnSpc>
                <a:spcPct val="110476"/>
              </a:lnSpc>
              <a:spcBef>
                <a:spcPts val="0"/>
              </a:spcBef>
              <a:spcAft>
                <a:spcPts val="0"/>
              </a:spcAft>
              <a:buClr>
                <a:srgbClr val="000000"/>
              </a:buClr>
              <a:buSzPts val="1575"/>
              <a:buFont typeface="DM Sans"/>
              <a:buNone/>
            </a:pPr>
            <a:r>
              <a:rPr lang="en-US" sz="1575" b="0" i="0" u="none" strike="noStrike" cap="none">
                <a:solidFill>
                  <a:srgbClr val="000000"/>
                </a:solidFill>
                <a:latin typeface="DM Sans"/>
                <a:ea typeface="DM Sans"/>
                <a:cs typeface="DM Sans"/>
                <a:sym typeface="DM Sans"/>
              </a:rPr>
              <a:t>Class aptent taciti sociosqu ad litora torquent per conubia nostra, per inceptos himenaeos.</a:t>
            </a:r>
            <a:endParaRPr sz="1575" b="0" i="0" u="none" strike="noStrike" cap="none">
              <a:solidFill>
                <a:schemeClr val="dk1"/>
              </a:solidFill>
              <a:latin typeface="Calibri"/>
              <a:ea typeface="Calibri"/>
              <a:cs typeface="Calibri"/>
              <a:sym typeface="Calibri"/>
            </a:endParaRPr>
          </a:p>
        </p:txBody>
      </p:sp>
      <p:sp>
        <p:nvSpPr>
          <p:cNvPr id="179" name="Google Shape;179;p9"/>
          <p:cNvSpPr/>
          <p:nvPr/>
        </p:nvSpPr>
        <p:spPr>
          <a:xfrm>
            <a:off x="381000" y="4324350"/>
            <a:ext cx="1009800" cy="219000"/>
          </a:xfrm>
          <a:prstGeom prst="rect">
            <a:avLst/>
          </a:prstGeom>
          <a:noFill/>
          <a:ln>
            <a:noFill/>
          </a:ln>
        </p:spPr>
        <p:txBody>
          <a:bodyPr spcFirstLastPara="1" wrap="square" lIns="0" tIns="0" rIns="0" bIns="0" anchor="b" anchorCtr="0">
            <a:noAutofit/>
          </a:bodyPr>
          <a:lstStyle/>
          <a:p>
            <a:pPr marL="0" marR="0" lvl="0" indent="0" algn="l" rtl="0">
              <a:lnSpc>
                <a:spcPct val="110518"/>
              </a:lnSpc>
              <a:spcBef>
                <a:spcPts val="0"/>
              </a:spcBef>
              <a:spcAft>
                <a:spcPts val="0"/>
              </a:spcAft>
              <a:buClr>
                <a:srgbClr val="000000"/>
              </a:buClr>
              <a:buSzPts val="1350"/>
              <a:buFont typeface="DM Sans"/>
              <a:buNone/>
            </a:pPr>
            <a:r>
              <a:rPr lang="en-US" sz="1350" b="0" i="0" u="none" strike="noStrike" cap="none">
                <a:solidFill>
                  <a:srgbClr val="000000"/>
                </a:solidFill>
                <a:latin typeface="DM Sans"/>
                <a:ea typeface="DM Sans"/>
                <a:cs typeface="DM Sans"/>
                <a:sym typeface="DM Sans"/>
              </a:rPr>
              <a:t>Fantasy Golf</a:t>
            </a:r>
            <a:endParaRPr sz="1350" b="0" i="0" u="none" strike="noStrike" cap="none">
              <a:solidFill>
                <a:schemeClr val="dk1"/>
              </a:solidFill>
              <a:latin typeface="Calibri"/>
              <a:ea typeface="Calibri"/>
              <a:cs typeface="Calibri"/>
              <a:sym typeface="Calibri"/>
            </a:endParaRPr>
          </a:p>
        </p:txBody>
      </p:sp>
      <p:sp>
        <p:nvSpPr>
          <p:cNvPr id="180" name="Google Shape;180;p9"/>
          <p:cNvSpPr/>
          <p:nvPr/>
        </p:nvSpPr>
        <p:spPr>
          <a:xfrm>
            <a:off x="381000" y="5248275"/>
            <a:ext cx="1000200" cy="219000"/>
          </a:xfrm>
          <a:prstGeom prst="rect">
            <a:avLst/>
          </a:prstGeom>
          <a:noFill/>
          <a:ln>
            <a:noFill/>
          </a:ln>
        </p:spPr>
        <p:txBody>
          <a:bodyPr spcFirstLastPara="1" wrap="square" lIns="0" tIns="0" rIns="0" bIns="0" anchor="b" anchorCtr="0">
            <a:noAutofit/>
          </a:bodyPr>
          <a:lstStyle/>
          <a:p>
            <a:pPr marL="0" marR="0" lvl="0" indent="0" algn="l" rtl="0">
              <a:lnSpc>
                <a:spcPct val="110518"/>
              </a:lnSpc>
              <a:spcBef>
                <a:spcPts val="0"/>
              </a:spcBef>
              <a:spcAft>
                <a:spcPts val="0"/>
              </a:spcAft>
              <a:buClr>
                <a:srgbClr val="000000"/>
              </a:buClr>
              <a:buSzPts val="1350"/>
              <a:buFont typeface="DM Sans"/>
              <a:buNone/>
            </a:pPr>
            <a:r>
              <a:rPr lang="en-US" sz="1350" b="0" i="0" u="none" strike="noStrike" cap="none">
                <a:solidFill>
                  <a:srgbClr val="000000"/>
                </a:solidFill>
                <a:latin typeface="DM Sans"/>
                <a:ea typeface="DM Sans"/>
                <a:cs typeface="DM Sans"/>
                <a:sym typeface="DM Sans"/>
              </a:rPr>
              <a:t>Birdie Sauce</a:t>
            </a:r>
            <a:endParaRPr sz="1350" b="0" i="0" u="none" strike="noStrike" cap="none">
              <a:solidFill>
                <a:schemeClr val="dk1"/>
              </a:solidFill>
              <a:latin typeface="Calibri"/>
              <a:ea typeface="Calibri"/>
              <a:cs typeface="Calibri"/>
              <a:sym typeface="Calibri"/>
            </a:endParaRPr>
          </a:p>
        </p:txBody>
      </p:sp>
      <p:sp>
        <p:nvSpPr>
          <p:cNvPr id="181" name="Google Shape;181;p9"/>
          <p:cNvSpPr/>
          <p:nvPr/>
        </p:nvSpPr>
        <p:spPr>
          <a:xfrm>
            <a:off x="381000" y="6172200"/>
            <a:ext cx="1028700" cy="219000"/>
          </a:xfrm>
          <a:prstGeom prst="rect">
            <a:avLst/>
          </a:prstGeom>
          <a:noFill/>
          <a:ln>
            <a:noFill/>
          </a:ln>
        </p:spPr>
        <p:txBody>
          <a:bodyPr spcFirstLastPara="1" wrap="square" lIns="0" tIns="0" rIns="0" bIns="0" anchor="b" anchorCtr="0">
            <a:noAutofit/>
          </a:bodyPr>
          <a:lstStyle/>
          <a:p>
            <a:pPr marL="0" marR="0" lvl="0" indent="0" algn="l" rtl="0">
              <a:lnSpc>
                <a:spcPct val="110518"/>
              </a:lnSpc>
              <a:spcBef>
                <a:spcPts val="0"/>
              </a:spcBef>
              <a:spcAft>
                <a:spcPts val="0"/>
              </a:spcAft>
              <a:buClr>
                <a:srgbClr val="000000"/>
              </a:buClr>
              <a:buSzPts val="1350"/>
              <a:buFont typeface="DM Sans"/>
              <a:buNone/>
            </a:pPr>
            <a:r>
              <a:rPr lang="en-US" sz="1350" b="0" i="0" u="none" strike="noStrike" cap="none">
                <a:solidFill>
                  <a:srgbClr val="000000"/>
                </a:solidFill>
                <a:latin typeface="DM Sans"/>
                <a:ea typeface="DM Sans"/>
                <a:cs typeface="DM Sans"/>
                <a:sym typeface="DM Sans"/>
              </a:rPr>
              <a:t>Rick’s Roll up</a:t>
            </a:r>
            <a:endParaRPr sz="1350" b="0" i="0" u="none" strike="noStrike" cap="none">
              <a:solidFill>
                <a:schemeClr val="dk1"/>
              </a:solidFill>
              <a:latin typeface="Calibri"/>
              <a:ea typeface="Calibri"/>
              <a:cs typeface="Calibri"/>
              <a:sym typeface="Calibri"/>
            </a:endParaRPr>
          </a:p>
        </p:txBody>
      </p:sp>
      <p:sp>
        <p:nvSpPr>
          <p:cNvPr id="182" name="Google Shape;182;p9"/>
          <p:cNvSpPr/>
          <p:nvPr/>
        </p:nvSpPr>
        <p:spPr>
          <a:xfrm>
            <a:off x="381000" y="7096125"/>
            <a:ext cx="1009800" cy="219000"/>
          </a:xfrm>
          <a:prstGeom prst="rect">
            <a:avLst/>
          </a:prstGeom>
          <a:noFill/>
          <a:ln>
            <a:noFill/>
          </a:ln>
        </p:spPr>
        <p:txBody>
          <a:bodyPr spcFirstLastPara="1" wrap="square" lIns="0" tIns="0" rIns="0" bIns="0" anchor="b" anchorCtr="0">
            <a:noAutofit/>
          </a:bodyPr>
          <a:lstStyle/>
          <a:p>
            <a:pPr marL="0" marR="0" lvl="0" indent="0" algn="l" rtl="0">
              <a:lnSpc>
                <a:spcPct val="110518"/>
              </a:lnSpc>
              <a:spcBef>
                <a:spcPts val="0"/>
              </a:spcBef>
              <a:spcAft>
                <a:spcPts val="0"/>
              </a:spcAft>
              <a:buClr>
                <a:srgbClr val="000000"/>
              </a:buClr>
              <a:buSzPts val="1350"/>
              <a:buFont typeface="DM Sans"/>
              <a:buNone/>
            </a:pPr>
            <a:r>
              <a:rPr lang="en-US" sz="1350" b="0" i="0" u="none" strike="noStrike" cap="none">
                <a:solidFill>
                  <a:srgbClr val="000000"/>
                </a:solidFill>
                <a:latin typeface="DM Sans"/>
                <a:ea typeface="DM Sans"/>
                <a:cs typeface="DM Sans"/>
                <a:sym typeface="DM Sans"/>
              </a:rPr>
              <a:t>Fantasy Golf</a:t>
            </a:r>
            <a:endParaRPr sz="1350" b="0" i="0" u="none" strike="noStrike" cap="none">
              <a:solidFill>
                <a:schemeClr val="dk1"/>
              </a:solidFill>
              <a:latin typeface="Calibri"/>
              <a:ea typeface="Calibri"/>
              <a:cs typeface="Calibri"/>
              <a:sym typeface="Calibri"/>
            </a:endParaRPr>
          </a:p>
        </p:txBody>
      </p:sp>
      <p:sp>
        <p:nvSpPr>
          <p:cNvPr id="183" name="Google Shape;183;p9"/>
          <p:cNvSpPr/>
          <p:nvPr/>
        </p:nvSpPr>
        <p:spPr>
          <a:xfrm>
            <a:off x="381000" y="8020050"/>
            <a:ext cx="1704900" cy="219000"/>
          </a:xfrm>
          <a:prstGeom prst="rect">
            <a:avLst/>
          </a:prstGeom>
          <a:noFill/>
          <a:ln>
            <a:noFill/>
          </a:ln>
        </p:spPr>
        <p:txBody>
          <a:bodyPr spcFirstLastPara="1" wrap="square" lIns="0" tIns="0" rIns="0" bIns="0" anchor="b" anchorCtr="0">
            <a:noAutofit/>
          </a:bodyPr>
          <a:lstStyle/>
          <a:p>
            <a:pPr marL="0" marR="0" lvl="0" indent="0" algn="l" rtl="0">
              <a:lnSpc>
                <a:spcPct val="110518"/>
              </a:lnSpc>
              <a:spcBef>
                <a:spcPts val="0"/>
              </a:spcBef>
              <a:spcAft>
                <a:spcPts val="0"/>
              </a:spcAft>
              <a:buClr>
                <a:srgbClr val="000000"/>
              </a:buClr>
              <a:buSzPts val="1350"/>
              <a:buFont typeface="DM Sans"/>
              <a:buNone/>
            </a:pPr>
            <a:r>
              <a:rPr lang="en-US" sz="1350" b="0" i="0" u="none" strike="noStrike" cap="none">
                <a:solidFill>
                  <a:srgbClr val="000000"/>
                </a:solidFill>
                <a:latin typeface="DM Sans"/>
                <a:ea typeface="DM Sans"/>
                <a:cs typeface="DM Sans"/>
                <a:sym typeface="DM Sans"/>
              </a:rPr>
              <a:t>Membership Platform</a:t>
            </a:r>
            <a:endParaRPr sz="1350" b="0" i="0" u="none" strike="noStrike" cap="none">
              <a:solidFill>
                <a:schemeClr val="dk1"/>
              </a:solidFill>
              <a:latin typeface="Calibri"/>
              <a:ea typeface="Calibri"/>
              <a:cs typeface="Calibri"/>
              <a:sym typeface="Calibri"/>
            </a:endParaRPr>
          </a:p>
        </p:txBody>
      </p:sp>
      <p:sp>
        <p:nvSpPr>
          <p:cNvPr id="184" name="Google Shape;184;p9"/>
          <p:cNvSpPr/>
          <p:nvPr/>
        </p:nvSpPr>
        <p:spPr>
          <a:xfrm>
            <a:off x="381000" y="8943975"/>
            <a:ext cx="2695500" cy="219000"/>
          </a:xfrm>
          <a:prstGeom prst="rect">
            <a:avLst/>
          </a:prstGeom>
          <a:noFill/>
          <a:ln>
            <a:noFill/>
          </a:ln>
        </p:spPr>
        <p:txBody>
          <a:bodyPr spcFirstLastPara="1" wrap="square" lIns="0" tIns="0" rIns="0" bIns="0" anchor="b" anchorCtr="0">
            <a:noAutofit/>
          </a:bodyPr>
          <a:lstStyle/>
          <a:p>
            <a:pPr marL="0" marR="0" lvl="0" indent="0" algn="l" rtl="0">
              <a:lnSpc>
                <a:spcPct val="110518"/>
              </a:lnSpc>
              <a:spcBef>
                <a:spcPts val="0"/>
              </a:spcBef>
              <a:spcAft>
                <a:spcPts val="0"/>
              </a:spcAft>
              <a:buClr>
                <a:srgbClr val="000000"/>
              </a:buClr>
              <a:buSzPts val="1350"/>
              <a:buFont typeface="DM Sans"/>
              <a:buNone/>
            </a:pPr>
            <a:r>
              <a:rPr lang="en-US" sz="1350" b="0" i="0" u="none" strike="noStrike" cap="none">
                <a:solidFill>
                  <a:srgbClr val="000000"/>
                </a:solidFill>
                <a:latin typeface="DM Sans"/>
                <a:ea typeface="DM Sans"/>
                <a:cs typeface="DM Sans"/>
                <a:sym typeface="DM Sans"/>
              </a:rPr>
              <a:t>Optimization &amp; Roadmap Features</a:t>
            </a:r>
            <a:endParaRPr sz="1350" b="0" i="0" u="none" strike="noStrike" cap="none">
              <a:solidFill>
                <a:schemeClr val="dk1"/>
              </a:solidFill>
              <a:latin typeface="Calibri"/>
              <a:ea typeface="Calibri"/>
              <a:cs typeface="Calibri"/>
              <a:sym typeface="Calibri"/>
            </a:endParaRPr>
          </a:p>
        </p:txBody>
      </p:sp>
      <p:cxnSp>
        <p:nvCxnSpPr>
          <p:cNvPr id="185" name="Google Shape;185;p9"/>
          <p:cNvCxnSpPr/>
          <p:nvPr/>
        </p:nvCxnSpPr>
        <p:spPr>
          <a:xfrm>
            <a:off x="5192825" y="4352925"/>
            <a:ext cx="4362600" cy="0"/>
          </a:xfrm>
          <a:prstGeom prst="straightConnector1">
            <a:avLst/>
          </a:prstGeom>
          <a:noFill/>
          <a:ln w="28575" cap="flat" cmpd="sng">
            <a:solidFill>
              <a:srgbClr val="E8FDD3"/>
            </a:solidFill>
            <a:prstDash val="solid"/>
            <a:round/>
            <a:headEnd type="none" w="med" len="med"/>
            <a:tailEnd type="none" w="med" len="med"/>
          </a:ln>
        </p:spPr>
      </p:cxnSp>
      <p:sp>
        <p:nvSpPr>
          <p:cNvPr id="186" name="Google Shape;186;p9"/>
          <p:cNvSpPr/>
          <p:nvPr/>
        </p:nvSpPr>
        <p:spPr>
          <a:xfrm>
            <a:off x="7595225" y="3867675"/>
            <a:ext cx="1960200" cy="371400"/>
          </a:xfrm>
          <a:prstGeom prst="roundRect">
            <a:avLst>
              <a:gd name="adj" fmla="val 16667"/>
            </a:avLst>
          </a:prstGeom>
          <a:solidFill>
            <a:srgbClr val="E8FD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 name="Google Shape;187;p9"/>
          <p:cNvSpPr/>
          <p:nvPr/>
        </p:nvSpPr>
        <p:spPr>
          <a:xfrm>
            <a:off x="7699025" y="3943388"/>
            <a:ext cx="1752600" cy="219000"/>
          </a:xfrm>
          <a:prstGeom prst="rect">
            <a:avLst/>
          </a:prstGeom>
          <a:noFill/>
          <a:ln>
            <a:noFill/>
          </a:ln>
        </p:spPr>
        <p:txBody>
          <a:bodyPr spcFirstLastPara="1" wrap="square" lIns="0" tIns="0" rIns="0" bIns="0" anchor="ctr" anchorCtr="0">
            <a:noAutofit/>
          </a:bodyPr>
          <a:lstStyle/>
          <a:p>
            <a:pPr marL="0" marR="0" lvl="0" indent="0" algn="ctr" rtl="0">
              <a:lnSpc>
                <a:spcPct val="110518"/>
              </a:lnSpc>
              <a:spcBef>
                <a:spcPts val="0"/>
              </a:spcBef>
              <a:spcAft>
                <a:spcPts val="0"/>
              </a:spcAft>
              <a:buClr>
                <a:srgbClr val="57614B"/>
              </a:buClr>
              <a:buSzPts val="1350"/>
              <a:buFont typeface="DM Sans"/>
              <a:buNone/>
            </a:pPr>
            <a:r>
              <a:rPr lang="en-US" sz="1200" b="0" i="0" u="none" strike="noStrike" cap="none">
                <a:solidFill>
                  <a:srgbClr val="57614B"/>
                </a:solidFill>
                <a:latin typeface="DM Sans"/>
                <a:ea typeface="DM Sans"/>
                <a:cs typeface="DM Sans"/>
                <a:sym typeface="DM Sans"/>
              </a:rPr>
              <a:t>May 28 — Soft Launch</a:t>
            </a:r>
            <a:endParaRPr sz="1200" b="0" i="0" u="none" strike="noStrike" cap="none">
              <a:solidFill>
                <a:schemeClr val="dk1"/>
              </a:solidFill>
              <a:latin typeface="Calibri"/>
              <a:ea typeface="Calibri"/>
              <a:cs typeface="Calibri"/>
              <a:sym typeface="Calibri"/>
            </a:endParaRPr>
          </a:p>
        </p:txBody>
      </p:sp>
      <p:cxnSp>
        <p:nvCxnSpPr>
          <p:cNvPr id="188" name="Google Shape;188;p9"/>
          <p:cNvCxnSpPr/>
          <p:nvPr/>
        </p:nvCxnSpPr>
        <p:spPr>
          <a:xfrm>
            <a:off x="11388375" y="5343999"/>
            <a:ext cx="4362600" cy="0"/>
          </a:xfrm>
          <a:prstGeom prst="straightConnector1">
            <a:avLst/>
          </a:prstGeom>
          <a:noFill/>
          <a:ln w="28575" cap="flat" cmpd="sng">
            <a:solidFill>
              <a:srgbClr val="3459DD"/>
            </a:solidFill>
            <a:prstDash val="solid"/>
            <a:round/>
            <a:headEnd type="none" w="med" len="med"/>
            <a:tailEnd type="none" w="med" len="med"/>
          </a:ln>
        </p:spPr>
      </p:cxnSp>
      <p:sp>
        <p:nvSpPr>
          <p:cNvPr id="189" name="Google Shape;189;p9"/>
          <p:cNvSpPr/>
          <p:nvPr/>
        </p:nvSpPr>
        <p:spPr>
          <a:xfrm>
            <a:off x="13790775" y="4858749"/>
            <a:ext cx="1960200" cy="371400"/>
          </a:xfrm>
          <a:prstGeom prst="roundRect">
            <a:avLst>
              <a:gd name="adj" fmla="val 16667"/>
            </a:avLst>
          </a:prstGeom>
          <a:solidFill>
            <a:srgbClr val="3459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 name="Google Shape;190;p9"/>
          <p:cNvSpPr/>
          <p:nvPr/>
        </p:nvSpPr>
        <p:spPr>
          <a:xfrm>
            <a:off x="13868400" y="4924425"/>
            <a:ext cx="1743000" cy="219000"/>
          </a:xfrm>
          <a:prstGeom prst="rect">
            <a:avLst/>
          </a:prstGeom>
          <a:noFill/>
          <a:ln>
            <a:noFill/>
          </a:ln>
        </p:spPr>
        <p:txBody>
          <a:bodyPr spcFirstLastPara="1" wrap="square" lIns="0" tIns="0" rIns="0" bIns="0" anchor="ctr" anchorCtr="0">
            <a:noAutofit/>
          </a:bodyPr>
          <a:lstStyle/>
          <a:p>
            <a:pPr marL="0" marR="0" lvl="0" indent="0" algn="ctr" rtl="0">
              <a:lnSpc>
                <a:spcPct val="110518"/>
              </a:lnSpc>
              <a:spcBef>
                <a:spcPts val="0"/>
              </a:spcBef>
              <a:spcAft>
                <a:spcPts val="0"/>
              </a:spcAft>
              <a:buClr>
                <a:srgbClr val="FFFFFF"/>
              </a:buClr>
              <a:buSzPts val="1350"/>
              <a:buFont typeface="DM Sans"/>
              <a:buNone/>
            </a:pPr>
            <a:r>
              <a:rPr lang="en-US" sz="1200" b="0" i="0" u="none" strike="noStrike" cap="none">
                <a:solidFill>
                  <a:srgbClr val="FFFFFF"/>
                </a:solidFill>
                <a:latin typeface="DM Sans"/>
                <a:ea typeface="DM Sans"/>
                <a:cs typeface="DM Sans"/>
                <a:sym typeface="DM Sans"/>
              </a:rPr>
              <a:t>Aug 03 — Soft Launch</a:t>
            </a:r>
            <a:endParaRPr sz="1200" b="0" i="0" u="none" strike="noStrike" cap="none">
              <a:solidFill>
                <a:schemeClr val="dk1"/>
              </a:solidFill>
              <a:latin typeface="Calibri"/>
              <a:ea typeface="Calibri"/>
              <a:cs typeface="Calibri"/>
              <a:sym typeface="Calibri"/>
            </a:endParaRPr>
          </a:p>
        </p:txBody>
      </p:sp>
      <p:cxnSp>
        <p:nvCxnSpPr>
          <p:cNvPr id="191" name="Google Shape;191;p9"/>
          <p:cNvCxnSpPr/>
          <p:nvPr/>
        </p:nvCxnSpPr>
        <p:spPr>
          <a:xfrm>
            <a:off x="3235075" y="6273875"/>
            <a:ext cx="3332400" cy="0"/>
          </a:xfrm>
          <a:prstGeom prst="straightConnector1">
            <a:avLst/>
          </a:prstGeom>
          <a:noFill/>
          <a:ln w="28575" cap="flat" cmpd="sng">
            <a:solidFill>
              <a:srgbClr val="F6E4F6"/>
            </a:solidFill>
            <a:prstDash val="solid"/>
            <a:round/>
            <a:headEnd type="none" w="med" len="med"/>
            <a:tailEnd type="none" w="med" len="med"/>
          </a:ln>
        </p:spPr>
      </p:cxnSp>
      <p:sp>
        <p:nvSpPr>
          <p:cNvPr id="192" name="Google Shape;192;p9"/>
          <p:cNvSpPr/>
          <p:nvPr/>
        </p:nvSpPr>
        <p:spPr>
          <a:xfrm>
            <a:off x="4607395" y="5788630"/>
            <a:ext cx="1960200" cy="371400"/>
          </a:xfrm>
          <a:prstGeom prst="roundRect">
            <a:avLst>
              <a:gd name="adj" fmla="val 16667"/>
            </a:avLst>
          </a:prstGeom>
          <a:solidFill>
            <a:srgbClr val="F6E4F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3" name="Google Shape;193;p9"/>
          <p:cNvCxnSpPr/>
          <p:nvPr/>
        </p:nvCxnSpPr>
        <p:spPr>
          <a:xfrm>
            <a:off x="5411144" y="9039906"/>
            <a:ext cx="5789700" cy="0"/>
          </a:xfrm>
          <a:prstGeom prst="straightConnector1">
            <a:avLst/>
          </a:prstGeom>
          <a:noFill/>
          <a:ln w="28575" cap="flat" cmpd="sng">
            <a:solidFill>
              <a:schemeClr val="lt1"/>
            </a:solidFill>
            <a:prstDash val="solid"/>
            <a:round/>
            <a:headEnd type="none" w="med" len="med"/>
            <a:tailEnd type="none" w="med" len="med"/>
          </a:ln>
        </p:spPr>
      </p:cxnSp>
      <p:sp>
        <p:nvSpPr>
          <p:cNvPr id="194" name="Google Shape;194;p9"/>
          <p:cNvSpPr/>
          <p:nvPr/>
        </p:nvSpPr>
        <p:spPr>
          <a:xfrm>
            <a:off x="9240594" y="8554656"/>
            <a:ext cx="1960200" cy="3714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5" name="Google Shape;195;p9"/>
          <p:cNvCxnSpPr/>
          <p:nvPr/>
        </p:nvCxnSpPr>
        <p:spPr>
          <a:xfrm>
            <a:off x="7697225" y="7192050"/>
            <a:ext cx="11750100" cy="0"/>
          </a:xfrm>
          <a:prstGeom prst="straightConnector1">
            <a:avLst/>
          </a:prstGeom>
          <a:noFill/>
          <a:ln w="28575" cap="flat" cmpd="sng">
            <a:solidFill>
              <a:srgbClr val="AFAFA7"/>
            </a:solidFill>
            <a:prstDash val="solid"/>
            <a:round/>
            <a:headEnd type="none" w="med" len="med"/>
            <a:tailEnd type="none" w="med" len="med"/>
          </a:ln>
        </p:spPr>
      </p:cxnSp>
      <p:sp>
        <p:nvSpPr>
          <p:cNvPr id="196" name="Google Shape;196;p9"/>
          <p:cNvSpPr/>
          <p:nvPr/>
        </p:nvSpPr>
        <p:spPr>
          <a:xfrm>
            <a:off x="17487179" y="6706806"/>
            <a:ext cx="1960200" cy="371400"/>
          </a:xfrm>
          <a:prstGeom prst="roundRect">
            <a:avLst>
              <a:gd name="adj" fmla="val 16667"/>
            </a:avLst>
          </a:prstGeom>
          <a:solidFill>
            <a:srgbClr val="AFAF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7" name="Google Shape;197;p9"/>
          <p:cNvCxnSpPr/>
          <p:nvPr/>
        </p:nvCxnSpPr>
        <p:spPr>
          <a:xfrm>
            <a:off x="3235075" y="8158800"/>
            <a:ext cx="11468100" cy="0"/>
          </a:xfrm>
          <a:prstGeom prst="straightConnector1">
            <a:avLst/>
          </a:prstGeom>
          <a:noFill/>
          <a:ln w="28575" cap="flat" cmpd="sng">
            <a:solidFill>
              <a:srgbClr val="57614B"/>
            </a:solidFill>
            <a:prstDash val="solid"/>
            <a:round/>
            <a:headEnd type="none" w="med" len="med"/>
            <a:tailEnd type="none" w="med" len="med"/>
          </a:ln>
        </p:spPr>
      </p:cxnSp>
      <p:sp>
        <p:nvSpPr>
          <p:cNvPr id="198" name="Google Shape;198;p9"/>
          <p:cNvSpPr/>
          <p:nvPr/>
        </p:nvSpPr>
        <p:spPr>
          <a:xfrm>
            <a:off x="12743201" y="7673550"/>
            <a:ext cx="1960200" cy="371400"/>
          </a:xfrm>
          <a:prstGeom prst="roundRect">
            <a:avLst>
              <a:gd name="adj" fmla="val 16667"/>
            </a:avLst>
          </a:prstGeom>
          <a:solidFill>
            <a:srgbClr val="576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 name="Google Shape;199;p9"/>
          <p:cNvSpPr/>
          <p:nvPr/>
        </p:nvSpPr>
        <p:spPr>
          <a:xfrm>
            <a:off x="9382125" y="8620125"/>
            <a:ext cx="1743000" cy="219000"/>
          </a:xfrm>
          <a:prstGeom prst="rect">
            <a:avLst/>
          </a:prstGeom>
          <a:noFill/>
          <a:ln>
            <a:noFill/>
          </a:ln>
        </p:spPr>
        <p:txBody>
          <a:bodyPr spcFirstLastPara="1" wrap="square" lIns="0" tIns="0" rIns="0" bIns="0" anchor="ctr" anchorCtr="0">
            <a:noAutofit/>
          </a:bodyPr>
          <a:lstStyle/>
          <a:p>
            <a:pPr marL="0" marR="0" lvl="0" indent="0" algn="ctr" rtl="0">
              <a:lnSpc>
                <a:spcPct val="110518"/>
              </a:lnSpc>
              <a:spcBef>
                <a:spcPts val="0"/>
              </a:spcBef>
              <a:spcAft>
                <a:spcPts val="0"/>
              </a:spcAft>
              <a:buClr>
                <a:srgbClr val="000000"/>
              </a:buClr>
              <a:buSzPts val="1350"/>
              <a:buFont typeface="DM Sans"/>
              <a:buNone/>
            </a:pPr>
            <a:r>
              <a:rPr lang="en-US" sz="1200" b="0" i="0" u="none" strike="noStrike" cap="none">
                <a:solidFill>
                  <a:srgbClr val="000000"/>
                </a:solidFill>
                <a:latin typeface="DM Sans"/>
                <a:ea typeface="DM Sans"/>
                <a:cs typeface="DM Sans"/>
                <a:sym typeface="DM Sans"/>
              </a:rPr>
              <a:t>Aug 03 — Soft Launch</a:t>
            </a:r>
            <a:endParaRPr sz="1200" b="0" i="0" u="none" strike="noStrike" cap="none">
              <a:solidFill>
                <a:schemeClr val="dk1"/>
              </a:solidFill>
              <a:latin typeface="Calibri"/>
              <a:ea typeface="Calibri"/>
              <a:cs typeface="Calibri"/>
              <a:sym typeface="Calibri"/>
            </a:endParaRPr>
          </a:p>
        </p:txBody>
      </p:sp>
      <p:sp>
        <p:nvSpPr>
          <p:cNvPr id="200" name="Google Shape;200;p9"/>
          <p:cNvSpPr/>
          <p:nvPr/>
        </p:nvSpPr>
        <p:spPr>
          <a:xfrm>
            <a:off x="4743450" y="5853350"/>
            <a:ext cx="1743000" cy="219000"/>
          </a:xfrm>
          <a:prstGeom prst="rect">
            <a:avLst/>
          </a:prstGeom>
          <a:noFill/>
          <a:ln>
            <a:noFill/>
          </a:ln>
        </p:spPr>
        <p:txBody>
          <a:bodyPr spcFirstLastPara="1" wrap="square" lIns="0" tIns="0" rIns="0" bIns="0" anchor="ctr" anchorCtr="0">
            <a:noAutofit/>
          </a:bodyPr>
          <a:lstStyle/>
          <a:p>
            <a:pPr marL="0" marR="0" lvl="0" indent="0" algn="ctr" rtl="0">
              <a:lnSpc>
                <a:spcPct val="110518"/>
              </a:lnSpc>
              <a:spcBef>
                <a:spcPts val="0"/>
              </a:spcBef>
              <a:spcAft>
                <a:spcPts val="0"/>
              </a:spcAft>
              <a:buClr>
                <a:srgbClr val="000000"/>
              </a:buClr>
              <a:buSzPts val="1350"/>
              <a:buFont typeface="DM Sans"/>
              <a:buNone/>
            </a:pPr>
            <a:r>
              <a:rPr lang="en-US" sz="1200" b="0" i="0" u="none" strike="noStrike" cap="none">
                <a:solidFill>
                  <a:srgbClr val="000000"/>
                </a:solidFill>
                <a:latin typeface="DM Sans"/>
                <a:ea typeface="DM Sans"/>
                <a:cs typeface="DM Sans"/>
                <a:sym typeface="DM Sans"/>
              </a:rPr>
              <a:t>Jan 07 — Beta Launch</a:t>
            </a:r>
            <a:endParaRPr sz="1200" b="0" i="0" u="none" strike="noStrike" cap="none">
              <a:solidFill>
                <a:schemeClr val="dk1"/>
              </a:solidFill>
              <a:latin typeface="Calibri"/>
              <a:ea typeface="Calibri"/>
              <a:cs typeface="Calibri"/>
              <a:sym typeface="Calibri"/>
            </a:endParaRPr>
          </a:p>
        </p:txBody>
      </p:sp>
      <p:sp>
        <p:nvSpPr>
          <p:cNvPr id="201" name="Google Shape;201;p9"/>
          <p:cNvSpPr/>
          <p:nvPr/>
        </p:nvSpPr>
        <p:spPr>
          <a:xfrm>
            <a:off x="12868275" y="7734300"/>
            <a:ext cx="1743000" cy="219000"/>
          </a:xfrm>
          <a:prstGeom prst="rect">
            <a:avLst/>
          </a:prstGeom>
          <a:noFill/>
          <a:ln>
            <a:noFill/>
          </a:ln>
        </p:spPr>
        <p:txBody>
          <a:bodyPr spcFirstLastPara="1" wrap="square" lIns="0" tIns="0" rIns="0" bIns="0" anchor="ctr" anchorCtr="0">
            <a:noAutofit/>
          </a:bodyPr>
          <a:lstStyle/>
          <a:p>
            <a:pPr marL="0" marR="0" lvl="0" indent="0" algn="ctr" rtl="0">
              <a:lnSpc>
                <a:spcPct val="110518"/>
              </a:lnSpc>
              <a:spcBef>
                <a:spcPts val="0"/>
              </a:spcBef>
              <a:spcAft>
                <a:spcPts val="0"/>
              </a:spcAft>
              <a:buClr>
                <a:srgbClr val="FFFFFF"/>
              </a:buClr>
              <a:buSzPts val="1350"/>
              <a:buFont typeface="DM Sans"/>
              <a:buNone/>
            </a:pPr>
            <a:r>
              <a:rPr lang="en-US" sz="1200" b="0" i="0" u="none" strike="noStrike" cap="none">
                <a:solidFill>
                  <a:srgbClr val="FFFFFF"/>
                </a:solidFill>
                <a:latin typeface="DM Sans"/>
                <a:ea typeface="DM Sans"/>
                <a:cs typeface="DM Sans"/>
                <a:sym typeface="DM Sans"/>
              </a:rPr>
              <a:t>Jan 07 — Beta Launch</a:t>
            </a:r>
            <a:endParaRPr sz="1200" b="0" i="0" u="none" strike="noStrike" cap="none">
              <a:solidFill>
                <a:schemeClr val="dk1"/>
              </a:solidFill>
              <a:latin typeface="Calibri"/>
              <a:ea typeface="Calibri"/>
              <a:cs typeface="Calibri"/>
              <a:sym typeface="Calibri"/>
            </a:endParaRPr>
          </a:p>
        </p:txBody>
      </p:sp>
      <p:sp>
        <p:nvSpPr>
          <p:cNvPr id="202" name="Google Shape;202;p9"/>
          <p:cNvSpPr/>
          <p:nvPr/>
        </p:nvSpPr>
        <p:spPr>
          <a:xfrm>
            <a:off x="17564100" y="6772275"/>
            <a:ext cx="1743000" cy="219000"/>
          </a:xfrm>
          <a:prstGeom prst="rect">
            <a:avLst/>
          </a:prstGeom>
          <a:noFill/>
          <a:ln>
            <a:noFill/>
          </a:ln>
        </p:spPr>
        <p:txBody>
          <a:bodyPr spcFirstLastPara="1" wrap="square" lIns="0" tIns="0" rIns="0" bIns="0" anchor="ctr" anchorCtr="0">
            <a:noAutofit/>
          </a:bodyPr>
          <a:lstStyle/>
          <a:p>
            <a:pPr marL="0" marR="0" lvl="0" indent="0" algn="ctr" rtl="0">
              <a:lnSpc>
                <a:spcPct val="110518"/>
              </a:lnSpc>
              <a:spcBef>
                <a:spcPts val="0"/>
              </a:spcBef>
              <a:spcAft>
                <a:spcPts val="0"/>
              </a:spcAft>
              <a:buClr>
                <a:srgbClr val="000000"/>
              </a:buClr>
              <a:buSzPts val="1350"/>
              <a:buFont typeface="DM Sans"/>
              <a:buNone/>
            </a:pPr>
            <a:r>
              <a:rPr lang="en-US" sz="1200" b="0" i="0" u="none" strike="noStrike" cap="none">
                <a:solidFill>
                  <a:srgbClr val="000000"/>
                </a:solidFill>
                <a:latin typeface="DM Sans"/>
                <a:ea typeface="DM Sans"/>
                <a:cs typeface="DM Sans"/>
                <a:sym typeface="DM Sans"/>
              </a:rPr>
              <a:t>Jan 07 — Beta Launch</a:t>
            </a:r>
            <a:endParaRPr sz="1200" b="0" i="0" u="none" strike="noStrike" cap="none">
              <a:solidFill>
                <a:schemeClr val="dk1"/>
              </a:solidFill>
              <a:latin typeface="Calibri"/>
              <a:ea typeface="Calibri"/>
              <a:cs typeface="Calibri"/>
              <a:sym typeface="Calibri"/>
            </a:endParaRPr>
          </a:p>
        </p:txBody>
      </p:sp>
      <p:sp>
        <p:nvSpPr>
          <p:cNvPr id="203" name="Google Shape;203;p9"/>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7</a:t>
            </a:fld>
            <a:endParaRPr/>
          </a:p>
        </p:txBody>
      </p:sp>
      <p:sp>
        <p:nvSpPr>
          <p:cNvPr id="204" name="Google Shape;204;p9"/>
          <p:cNvSpPr/>
          <p:nvPr/>
        </p:nvSpPr>
        <p:spPr>
          <a:xfrm>
            <a:off x="17176400" y="152400"/>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b="0" i="0" u="none" strike="noStrike" cap="none">
                <a:solidFill>
                  <a:srgbClr val="000000"/>
                </a:solidFill>
                <a:latin typeface="DM Mono"/>
                <a:ea typeface="DM Mono"/>
                <a:cs typeface="DM Mono"/>
                <a:sym typeface="DM Mono"/>
              </a:rPr>
              <a:t>PRESENTATION</a:t>
            </a:r>
            <a:br>
              <a:rPr lang="en-US" sz="900" b="0" i="0" u="none" strike="noStrike" cap="none">
                <a:solidFill>
                  <a:srgbClr val="000000"/>
                </a:solidFill>
                <a:latin typeface="DM Mono"/>
                <a:ea typeface="DM Mono"/>
                <a:cs typeface="DM Mono"/>
                <a:sym typeface="DM Mono"/>
              </a:rPr>
            </a:br>
            <a:endParaRPr sz="900" b="0" i="0" u="none" strike="noStrike" cap="none">
              <a:solidFill>
                <a:schemeClr val="dk1"/>
              </a:solidFill>
              <a:latin typeface="Calibri"/>
              <a:ea typeface="Calibri"/>
              <a:cs typeface="Calibri"/>
              <a:sym typeface="Calibri"/>
            </a:endParaRPr>
          </a:p>
        </p:txBody>
      </p:sp>
      <p:sp>
        <p:nvSpPr>
          <p:cNvPr id="205" name="Google Shape;205;p9"/>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pic>
        <p:nvPicPr>
          <p:cNvPr id="206" name="Google Shape;206;p9"/>
          <p:cNvPicPr preferRelativeResize="0"/>
          <p:nvPr/>
        </p:nvPicPr>
        <p:blipFill>
          <a:blip r:embed="rId8">
            <a:alphaModFix/>
          </a:blip>
          <a:stretch>
            <a:fillRect/>
          </a:stretch>
        </p:blipFill>
        <p:spPr>
          <a:xfrm>
            <a:off x="152400" y="152400"/>
            <a:ext cx="751612" cy="357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211"/>
        <p:cNvGrpSpPr/>
        <p:nvPr/>
      </p:nvGrpSpPr>
      <p:grpSpPr>
        <a:xfrm>
          <a:off x="0" y="0"/>
          <a:ext cx="0" cy="0"/>
          <a:chOff x="0" y="0"/>
          <a:chExt cx="0" cy="0"/>
        </a:xfrm>
      </p:grpSpPr>
      <p:pic>
        <p:nvPicPr>
          <p:cNvPr id="212" name="Google Shape;212;p10" descr="preencoded.png"/>
          <p:cNvPicPr preferRelativeResize="0"/>
          <p:nvPr/>
        </p:nvPicPr>
        <p:blipFill rotWithShape="1">
          <a:blip r:embed="rId3">
            <a:alphaModFix/>
          </a:blip>
          <a:srcRect/>
          <a:stretch/>
        </p:blipFill>
        <p:spPr>
          <a:xfrm>
            <a:off x="9220200" y="1538287"/>
            <a:ext cx="8458200" cy="18288"/>
          </a:xfrm>
          <a:prstGeom prst="rect">
            <a:avLst/>
          </a:prstGeom>
          <a:noFill/>
          <a:ln>
            <a:noFill/>
          </a:ln>
        </p:spPr>
      </p:pic>
      <p:pic>
        <p:nvPicPr>
          <p:cNvPr id="213" name="Google Shape;213;p10" descr="preencoded.png"/>
          <p:cNvPicPr preferRelativeResize="0"/>
          <p:nvPr/>
        </p:nvPicPr>
        <p:blipFill rotWithShape="1">
          <a:blip r:embed="rId3">
            <a:alphaModFix/>
          </a:blip>
          <a:srcRect/>
          <a:stretch/>
        </p:blipFill>
        <p:spPr>
          <a:xfrm>
            <a:off x="9220200" y="5545236"/>
            <a:ext cx="8458200" cy="18288"/>
          </a:xfrm>
          <a:prstGeom prst="rect">
            <a:avLst/>
          </a:prstGeom>
          <a:noFill/>
          <a:ln>
            <a:noFill/>
          </a:ln>
        </p:spPr>
      </p:pic>
      <p:pic>
        <p:nvPicPr>
          <p:cNvPr id="214" name="Google Shape;214;p10" descr="preencoded.png"/>
          <p:cNvPicPr preferRelativeResize="0"/>
          <p:nvPr/>
        </p:nvPicPr>
        <p:blipFill rotWithShape="1">
          <a:blip r:embed="rId4">
            <a:alphaModFix/>
          </a:blip>
          <a:srcRect/>
          <a:stretch/>
        </p:blipFill>
        <p:spPr>
          <a:xfrm>
            <a:off x="152400" y="652463"/>
            <a:ext cx="17983197" cy="18288"/>
          </a:xfrm>
          <a:prstGeom prst="rect">
            <a:avLst/>
          </a:prstGeom>
          <a:noFill/>
          <a:ln>
            <a:noFill/>
          </a:ln>
        </p:spPr>
      </p:pic>
      <p:sp>
        <p:nvSpPr>
          <p:cNvPr id="215" name="Google Shape;215;p10"/>
          <p:cNvSpPr/>
          <p:nvPr/>
        </p:nvSpPr>
        <p:spPr>
          <a:xfrm>
            <a:off x="9220200" y="1057275"/>
            <a:ext cx="2054100" cy="257100"/>
          </a:xfrm>
          <a:prstGeom prst="rect">
            <a:avLst/>
          </a:prstGeom>
          <a:noFill/>
          <a:ln>
            <a:noFill/>
          </a:ln>
        </p:spPr>
        <p:txBody>
          <a:bodyPr spcFirstLastPara="1" wrap="square" lIns="0" tIns="0" rIns="0" bIns="0" anchor="t" anchorCtr="0">
            <a:noAutofit/>
          </a:bodyPr>
          <a:lstStyle/>
          <a:p>
            <a:pPr marL="0" marR="0" lvl="0" indent="0" algn="l" rtl="0">
              <a:lnSpc>
                <a:spcPct val="110476"/>
              </a:lnSpc>
              <a:spcBef>
                <a:spcPts val="0"/>
              </a:spcBef>
              <a:spcAft>
                <a:spcPts val="0"/>
              </a:spcAft>
              <a:buClr>
                <a:srgbClr val="000000"/>
              </a:buClr>
              <a:buSzPts val="1575"/>
              <a:buFont typeface="DM Sans"/>
              <a:buNone/>
            </a:pPr>
            <a:r>
              <a:rPr lang="en-US" sz="1575" b="1">
                <a:latin typeface="DM Sans"/>
                <a:ea typeface="DM Sans"/>
                <a:cs typeface="DM Sans"/>
                <a:sym typeface="DM Sans"/>
              </a:rPr>
              <a:t>COST ESTIMATE</a:t>
            </a:r>
            <a:endParaRPr sz="1575" b="0" i="0" u="none" strike="noStrike" cap="none">
              <a:solidFill>
                <a:schemeClr val="dk1"/>
              </a:solidFill>
              <a:latin typeface="Calibri"/>
              <a:ea typeface="Calibri"/>
              <a:cs typeface="Calibri"/>
              <a:sym typeface="Calibri"/>
            </a:endParaRPr>
          </a:p>
        </p:txBody>
      </p:sp>
      <p:sp>
        <p:nvSpPr>
          <p:cNvPr id="216" name="Google Shape;216;p10"/>
          <p:cNvSpPr/>
          <p:nvPr/>
        </p:nvSpPr>
        <p:spPr>
          <a:xfrm>
            <a:off x="16887825" y="1057275"/>
            <a:ext cx="790500" cy="257100"/>
          </a:xfrm>
          <a:prstGeom prst="rect">
            <a:avLst/>
          </a:prstGeom>
          <a:noFill/>
          <a:ln>
            <a:noFill/>
          </a:ln>
        </p:spPr>
        <p:txBody>
          <a:bodyPr spcFirstLastPara="1" wrap="square" lIns="0" tIns="0" rIns="0" bIns="0" anchor="t" anchorCtr="0">
            <a:noAutofit/>
          </a:bodyPr>
          <a:lstStyle/>
          <a:p>
            <a:pPr marL="0" marR="0" lvl="0" indent="0" algn="r" rtl="0">
              <a:lnSpc>
                <a:spcPct val="110476"/>
              </a:lnSpc>
              <a:spcBef>
                <a:spcPts val="0"/>
              </a:spcBef>
              <a:spcAft>
                <a:spcPts val="0"/>
              </a:spcAft>
              <a:buClr>
                <a:srgbClr val="000000"/>
              </a:buClr>
              <a:buSzPts val="1575"/>
              <a:buFont typeface="DM Sans"/>
              <a:buNone/>
            </a:pPr>
            <a:r>
              <a:rPr lang="en-US" sz="1575" b="1">
                <a:latin typeface="DM Sans"/>
                <a:ea typeface="DM Sans"/>
                <a:cs typeface="DM Sans"/>
                <a:sym typeface="DM Sans"/>
              </a:rPr>
              <a:t>£ (GBP)</a:t>
            </a:r>
            <a:endParaRPr sz="1575" b="0" i="0" u="none" strike="noStrike" cap="none">
              <a:solidFill>
                <a:schemeClr val="dk1"/>
              </a:solidFill>
              <a:latin typeface="Calibri"/>
              <a:ea typeface="Calibri"/>
              <a:cs typeface="Calibri"/>
              <a:sym typeface="Calibri"/>
            </a:endParaRPr>
          </a:p>
        </p:txBody>
      </p:sp>
      <p:sp>
        <p:nvSpPr>
          <p:cNvPr id="217" name="Google Shape;217;p10"/>
          <p:cNvSpPr/>
          <p:nvPr/>
        </p:nvSpPr>
        <p:spPr>
          <a:xfrm>
            <a:off x="9220200" y="1695450"/>
            <a:ext cx="6518100" cy="2571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400"/>
              </a:spcAft>
              <a:buClr>
                <a:schemeClr val="dk1"/>
              </a:buClr>
              <a:buSzPts val="1100"/>
              <a:buFont typeface="Arial"/>
              <a:buNone/>
            </a:pPr>
            <a:r>
              <a:rPr lang="en-US" sz="1700" b="1">
                <a:solidFill>
                  <a:schemeClr val="dk1"/>
                </a:solidFill>
                <a:latin typeface="DM Sans"/>
                <a:ea typeface="DM Sans"/>
                <a:cs typeface="DM Sans"/>
                <a:sym typeface="DM Sans"/>
              </a:rPr>
              <a:t>Core Roadshow Experience Web App Design &amp; Build</a:t>
            </a:r>
            <a:endParaRPr sz="1575" b="0" i="0" u="none" strike="noStrike" cap="none">
              <a:solidFill>
                <a:schemeClr val="dk1"/>
              </a:solidFill>
              <a:latin typeface="Calibri"/>
              <a:ea typeface="Calibri"/>
              <a:cs typeface="Calibri"/>
              <a:sym typeface="Calibri"/>
            </a:endParaRPr>
          </a:p>
        </p:txBody>
      </p:sp>
      <p:sp>
        <p:nvSpPr>
          <p:cNvPr id="218" name="Google Shape;218;p10"/>
          <p:cNvSpPr/>
          <p:nvPr/>
        </p:nvSpPr>
        <p:spPr>
          <a:xfrm>
            <a:off x="9220200" y="1990725"/>
            <a:ext cx="7229700" cy="3211800"/>
          </a:xfrm>
          <a:prstGeom prst="rect">
            <a:avLst/>
          </a:prstGeom>
          <a:noFill/>
          <a:ln>
            <a:noFill/>
          </a:ln>
        </p:spPr>
        <p:txBody>
          <a:bodyPr spcFirstLastPara="1" wrap="square" lIns="0" tIns="0" rIns="0" bIns="0" anchor="t" anchorCtr="0">
            <a:noAutofit/>
          </a:bodyPr>
          <a:lstStyle/>
          <a:p>
            <a:pPr marL="0" marR="0" lvl="0" indent="0" algn="l" rtl="0">
              <a:lnSpc>
                <a:spcPct val="110476"/>
              </a:lnSpc>
              <a:spcBef>
                <a:spcPts val="0"/>
              </a:spcBef>
              <a:spcAft>
                <a:spcPts val="0"/>
              </a:spcAft>
              <a:buNone/>
            </a:pPr>
            <a:r>
              <a:rPr lang="en-US" sz="1575" b="1">
                <a:latin typeface="DM Sans"/>
                <a:ea typeface="DM Sans"/>
                <a:cs typeface="DM Sans"/>
                <a:sym typeface="DM Sans"/>
              </a:rPr>
              <a:t>Tasks</a:t>
            </a:r>
            <a:endParaRPr sz="1575">
              <a:latin typeface="DM Sans"/>
              <a:ea typeface="DM Sans"/>
              <a:cs typeface="DM Sans"/>
              <a:sym typeface="DM Sans"/>
            </a:endParaRPr>
          </a:p>
          <a:p>
            <a:pPr marL="457200" marR="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UI screens and full experience design updates</a:t>
            </a:r>
            <a:endParaRPr sz="1575">
              <a:latin typeface="DM Sans"/>
              <a:ea typeface="DM Sans"/>
              <a:cs typeface="DM Sans"/>
              <a:sym typeface="DM Sans"/>
            </a:endParaRPr>
          </a:p>
          <a:p>
            <a:pPr marL="457200" marR="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Agent Experience build updates</a:t>
            </a:r>
            <a:endParaRPr sz="1575">
              <a:latin typeface="DM Sans"/>
              <a:ea typeface="DM Sans"/>
              <a:cs typeface="DM Sans"/>
              <a:sym typeface="DM Sans"/>
            </a:endParaRPr>
          </a:p>
          <a:p>
            <a:pPr marL="457200" marR="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Leaderboard integration into presentation build</a:t>
            </a:r>
            <a:endParaRPr sz="1575">
              <a:latin typeface="DM Sans"/>
              <a:ea typeface="DM Sans"/>
              <a:cs typeface="DM Sans"/>
              <a:sym typeface="DM Sans"/>
            </a:endParaRPr>
          </a:p>
          <a:p>
            <a:pPr marL="457200" marR="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Support (includes 0.5 day per week of tour)</a:t>
            </a:r>
            <a:endParaRPr sz="1575">
              <a:latin typeface="DM Sans"/>
              <a:ea typeface="DM Sans"/>
              <a:cs typeface="DM Sans"/>
              <a:sym typeface="DM Sans"/>
            </a:endParaRPr>
          </a:p>
          <a:p>
            <a:pPr marL="0" marR="0" lvl="0" indent="0" algn="l" rtl="0">
              <a:lnSpc>
                <a:spcPct val="110476"/>
              </a:lnSpc>
              <a:spcBef>
                <a:spcPts val="0"/>
              </a:spcBef>
              <a:spcAft>
                <a:spcPts val="0"/>
              </a:spcAft>
              <a:buNone/>
            </a:pPr>
            <a:endParaRPr sz="1575">
              <a:latin typeface="DM Sans"/>
              <a:ea typeface="DM Sans"/>
              <a:cs typeface="DM Sans"/>
              <a:sym typeface="DM Sans"/>
            </a:endParaRPr>
          </a:p>
          <a:p>
            <a:pPr marL="0" marR="0" lvl="0" indent="0" algn="l" rtl="0">
              <a:lnSpc>
                <a:spcPct val="110476"/>
              </a:lnSpc>
              <a:spcBef>
                <a:spcPts val="0"/>
              </a:spcBef>
              <a:spcAft>
                <a:spcPts val="0"/>
              </a:spcAft>
              <a:buNone/>
            </a:pPr>
            <a:r>
              <a:rPr lang="en-US" sz="1575" b="1">
                <a:latin typeface="DM Sans"/>
                <a:ea typeface="DM Sans"/>
                <a:cs typeface="DM Sans"/>
                <a:sym typeface="DM Sans"/>
              </a:rPr>
              <a:t>Team:</a:t>
            </a:r>
            <a:endParaRPr sz="1575" b="1">
              <a:latin typeface="DM Sans"/>
              <a:ea typeface="DM Sans"/>
              <a:cs typeface="DM Sans"/>
              <a:sym typeface="DM Sans"/>
            </a:endParaRPr>
          </a:p>
          <a:p>
            <a:pPr marL="0" marR="0" lvl="0" indent="0" algn="l" rtl="0">
              <a:lnSpc>
                <a:spcPct val="110476"/>
              </a:lnSpc>
              <a:spcBef>
                <a:spcPts val="0"/>
              </a:spcBef>
              <a:spcAft>
                <a:spcPts val="0"/>
              </a:spcAft>
              <a:buNone/>
            </a:pPr>
            <a:r>
              <a:rPr lang="en-US" sz="1575">
                <a:latin typeface="DM Sans"/>
                <a:ea typeface="DM Sans"/>
                <a:cs typeface="DM Sans"/>
                <a:sym typeface="DM Sans"/>
              </a:rPr>
              <a:t>UX/UI Designer, Experience Lead, Delivery Lead, Tech Lead, Frontend Developer, Backend Developer</a:t>
            </a:r>
            <a:endParaRPr sz="1575">
              <a:latin typeface="DM Sans"/>
              <a:ea typeface="DM Sans"/>
              <a:cs typeface="DM Sans"/>
              <a:sym typeface="DM Sans"/>
            </a:endParaRPr>
          </a:p>
          <a:p>
            <a:pPr marL="0" marR="0" lvl="0" indent="0" algn="l" rtl="0">
              <a:lnSpc>
                <a:spcPct val="110476"/>
              </a:lnSpc>
              <a:spcBef>
                <a:spcPts val="0"/>
              </a:spcBef>
              <a:spcAft>
                <a:spcPts val="0"/>
              </a:spcAft>
              <a:buNone/>
            </a:pPr>
            <a:endParaRPr sz="1575">
              <a:latin typeface="DM Sans"/>
              <a:ea typeface="DM Sans"/>
              <a:cs typeface="DM Sans"/>
              <a:sym typeface="DM Sans"/>
            </a:endParaRPr>
          </a:p>
          <a:p>
            <a:pPr marL="0" marR="0" lvl="0" indent="0" algn="l" rtl="0">
              <a:lnSpc>
                <a:spcPct val="110476"/>
              </a:lnSpc>
              <a:spcBef>
                <a:spcPts val="0"/>
              </a:spcBef>
              <a:spcAft>
                <a:spcPts val="0"/>
              </a:spcAft>
              <a:buNone/>
            </a:pPr>
            <a:r>
              <a:rPr lang="en-US" sz="1575" b="1">
                <a:latin typeface="DM Sans"/>
                <a:ea typeface="DM Sans"/>
                <a:cs typeface="DM Sans"/>
                <a:sym typeface="DM Sans"/>
              </a:rPr>
              <a:t>Duration:</a:t>
            </a:r>
            <a:endParaRPr sz="1575" b="1">
              <a:latin typeface="DM Sans"/>
              <a:ea typeface="DM Sans"/>
              <a:cs typeface="DM Sans"/>
              <a:sym typeface="DM Sans"/>
            </a:endParaRPr>
          </a:p>
          <a:p>
            <a:pPr marL="0" marR="0" lvl="0" indent="0" algn="l" rtl="0">
              <a:lnSpc>
                <a:spcPct val="110476"/>
              </a:lnSpc>
              <a:spcBef>
                <a:spcPts val="0"/>
              </a:spcBef>
              <a:spcAft>
                <a:spcPts val="0"/>
              </a:spcAft>
              <a:buNone/>
            </a:pPr>
            <a:r>
              <a:rPr lang="en-US" sz="1575">
                <a:latin typeface="DM Sans"/>
                <a:ea typeface="DM Sans"/>
                <a:cs typeface="DM Sans"/>
                <a:sym typeface="DM Sans"/>
              </a:rPr>
              <a:t>2 weeks + Tour duration adhoc support</a:t>
            </a:r>
            <a:endParaRPr sz="1575">
              <a:latin typeface="DM Sans"/>
              <a:ea typeface="DM Sans"/>
              <a:cs typeface="DM Sans"/>
              <a:sym typeface="DM Sans"/>
            </a:endParaRPr>
          </a:p>
        </p:txBody>
      </p:sp>
      <p:sp>
        <p:nvSpPr>
          <p:cNvPr id="219" name="Google Shape;219;p10"/>
          <p:cNvSpPr/>
          <p:nvPr/>
        </p:nvSpPr>
        <p:spPr>
          <a:xfrm>
            <a:off x="16493050" y="1695450"/>
            <a:ext cx="1185600" cy="257100"/>
          </a:xfrm>
          <a:prstGeom prst="rect">
            <a:avLst/>
          </a:prstGeom>
          <a:noFill/>
          <a:ln>
            <a:noFill/>
          </a:ln>
        </p:spPr>
        <p:txBody>
          <a:bodyPr spcFirstLastPara="1" wrap="square" lIns="0" tIns="0" rIns="0" bIns="0" anchor="t" anchorCtr="0">
            <a:noAutofit/>
          </a:bodyPr>
          <a:lstStyle/>
          <a:p>
            <a:pPr marL="0" marR="0" lvl="0" indent="0" algn="r" rtl="0">
              <a:lnSpc>
                <a:spcPct val="110476"/>
              </a:lnSpc>
              <a:spcBef>
                <a:spcPts val="0"/>
              </a:spcBef>
              <a:spcAft>
                <a:spcPts val="0"/>
              </a:spcAft>
              <a:buClr>
                <a:srgbClr val="000000"/>
              </a:buClr>
              <a:buSzPts val="1575"/>
              <a:buFont typeface="DM Sans"/>
              <a:buNone/>
            </a:pPr>
            <a:r>
              <a:rPr lang="en-US" sz="1575">
                <a:solidFill>
                  <a:schemeClr val="dk1"/>
                </a:solidFill>
                <a:latin typeface="DM Sans"/>
                <a:ea typeface="DM Sans"/>
                <a:cs typeface="DM Sans"/>
                <a:sym typeface="DM Sans"/>
              </a:rPr>
              <a:t>£14,700</a:t>
            </a:r>
            <a:endParaRPr sz="1575" i="0" u="none" strike="noStrike" cap="none">
              <a:solidFill>
                <a:schemeClr val="dk1"/>
              </a:solidFill>
              <a:latin typeface="DM Sans"/>
              <a:ea typeface="DM Sans"/>
              <a:cs typeface="DM Sans"/>
              <a:sym typeface="DM Sans"/>
            </a:endParaRPr>
          </a:p>
        </p:txBody>
      </p:sp>
      <p:sp>
        <p:nvSpPr>
          <p:cNvPr id="220" name="Google Shape;220;p10"/>
          <p:cNvSpPr/>
          <p:nvPr/>
        </p:nvSpPr>
        <p:spPr>
          <a:xfrm>
            <a:off x="152400" y="904875"/>
            <a:ext cx="8982000" cy="895500"/>
          </a:xfrm>
          <a:prstGeom prst="rect">
            <a:avLst/>
          </a:prstGeom>
          <a:noFill/>
          <a:ln>
            <a:noFill/>
          </a:ln>
        </p:spPr>
        <p:txBody>
          <a:bodyPr spcFirstLastPara="1" wrap="square" lIns="0" tIns="0" rIns="0" bIns="0" anchor="t" anchorCtr="0">
            <a:noAutofit/>
          </a:bodyPr>
          <a:lstStyle/>
          <a:p>
            <a:pPr marL="0" marR="0" lvl="0" indent="0" algn="l" rtl="0">
              <a:lnSpc>
                <a:spcPct val="76500"/>
              </a:lnSpc>
              <a:spcBef>
                <a:spcPts val="0"/>
              </a:spcBef>
              <a:spcAft>
                <a:spcPts val="0"/>
              </a:spcAft>
              <a:buClr>
                <a:srgbClr val="000000"/>
              </a:buClr>
              <a:buSzPts val="7800"/>
              <a:buFont typeface="League Gothic"/>
              <a:buNone/>
            </a:pPr>
            <a:r>
              <a:rPr lang="en-US" sz="7800" b="0" i="0" u="none" strike="noStrike" cap="none">
                <a:solidFill>
                  <a:srgbClr val="000000"/>
                </a:solidFill>
                <a:latin typeface="League Gothic"/>
                <a:ea typeface="League Gothic"/>
                <a:cs typeface="League Gothic"/>
                <a:sym typeface="League Gothic"/>
              </a:rPr>
              <a:t>Cost </a:t>
            </a:r>
            <a:r>
              <a:rPr lang="en-US" sz="7800">
                <a:latin typeface="League Gothic"/>
                <a:ea typeface="League Gothic"/>
                <a:cs typeface="League Gothic"/>
                <a:sym typeface="League Gothic"/>
              </a:rPr>
              <a:t>B</a:t>
            </a:r>
            <a:r>
              <a:rPr lang="en-US" sz="7800" b="0" i="0" u="none" strike="noStrike" cap="none">
                <a:solidFill>
                  <a:srgbClr val="000000"/>
                </a:solidFill>
                <a:latin typeface="League Gothic"/>
                <a:ea typeface="League Gothic"/>
                <a:cs typeface="League Gothic"/>
                <a:sym typeface="League Gothic"/>
              </a:rPr>
              <a:t>reakdown</a:t>
            </a:r>
            <a:endParaRPr sz="7800" b="0" i="0" u="none" strike="noStrike" cap="none">
              <a:solidFill>
                <a:schemeClr val="dk1"/>
              </a:solidFill>
              <a:latin typeface="Calibri"/>
              <a:ea typeface="Calibri"/>
              <a:cs typeface="Calibri"/>
              <a:sym typeface="Calibri"/>
            </a:endParaRPr>
          </a:p>
        </p:txBody>
      </p:sp>
      <p:sp>
        <p:nvSpPr>
          <p:cNvPr id="221" name="Google Shape;221;p10"/>
          <p:cNvSpPr/>
          <p:nvPr/>
        </p:nvSpPr>
        <p:spPr>
          <a:xfrm>
            <a:off x="152400" y="3844800"/>
            <a:ext cx="8015100" cy="5756400"/>
          </a:xfrm>
          <a:prstGeom prst="rect">
            <a:avLst/>
          </a:prstGeom>
          <a:noFill/>
          <a:ln>
            <a:noFill/>
          </a:ln>
        </p:spPr>
        <p:txBody>
          <a:bodyPr spcFirstLastPara="1" wrap="square" lIns="0" tIns="0" rIns="0" bIns="0" anchor="b" anchorCtr="0">
            <a:noAutofit/>
          </a:bodyPr>
          <a:lstStyle/>
          <a:p>
            <a:pPr marL="0" lvl="0" indent="0" algn="l" rtl="0">
              <a:lnSpc>
                <a:spcPct val="110476"/>
              </a:lnSpc>
              <a:spcBef>
                <a:spcPts val="0"/>
              </a:spcBef>
              <a:spcAft>
                <a:spcPts val="0"/>
              </a:spcAft>
              <a:buClr>
                <a:schemeClr val="dk1"/>
              </a:buClr>
              <a:buSzPts val="1100"/>
              <a:buFont typeface="Arial"/>
              <a:buNone/>
            </a:pPr>
            <a:endParaRPr sz="1575">
              <a:latin typeface="DM Sans"/>
              <a:ea typeface="DM Sans"/>
              <a:cs typeface="DM Sans"/>
              <a:sym typeface="DM Sans"/>
            </a:endParaRPr>
          </a:p>
          <a:p>
            <a:pPr marL="0" lvl="0" indent="0" algn="l" rtl="0">
              <a:lnSpc>
                <a:spcPct val="110476"/>
              </a:lnSpc>
              <a:spcBef>
                <a:spcPts val="0"/>
              </a:spcBef>
              <a:spcAft>
                <a:spcPts val="0"/>
              </a:spcAft>
              <a:buClr>
                <a:schemeClr val="dk1"/>
              </a:buClr>
              <a:buSzPts val="1100"/>
              <a:buFont typeface="Arial"/>
              <a:buNone/>
            </a:pPr>
            <a:endParaRPr sz="1575">
              <a:latin typeface="DM Sans"/>
              <a:ea typeface="DM Sans"/>
              <a:cs typeface="DM Sans"/>
              <a:sym typeface="DM Sans"/>
            </a:endParaRPr>
          </a:p>
          <a:p>
            <a:pPr marL="0" lvl="0" indent="0" algn="l" rtl="0">
              <a:lnSpc>
                <a:spcPct val="110476"/>
              </a:lnSpc>
              <a:spcBef>
                <a:spcPts val="0"/>
              </a:spcBef>
              <a:spcAft>
                <a:spcPts val="0"/>
              </a:spcAft>
              <a:buClr>
                <a:schemeClr val="dk1"/>
              </a:buClr>
              <a:buSzPts val="1100"/>
              <a:buFont typeface="Arial"/>
              <a:buNone/>
            </a:pPr>
            <a:r>
              <a:rPr lang="en-US" sz="2400" b="1">
                <a:latin typeface="DM Sans"/>
                <a:ea typeface="DM Sans"/>
                <a:cs typeface="DM Sans"/>
                <a:sym typeface="DM Sans"/>
              </a:rPr>
              <a:t>Assumptions &amp; Exclusions</a:t>
            </a:r>
            <a:endParaRPr sz="2400" b="1">
              <a:latin typeface="DM Sans"/>
              <a:ea typeface="DM Sans"/>
              <a:cs typeface="DM Sans"/>
              <a:sym typeface="DM Sans"/>
            </a:endParaRPr>
          </a:p>
          <a:p>
            <a:pPr marL="0" lvl="0" indent="0" algn="l" rtl="0">
              <a:lnSpc>
                <a:spcPct val="110476"/>
              </a:lnSpc>
              <a:spcBef>
                <a:spcPts val="0"/>
              </a:spcBef>
              <a:spcAft>
                <a:spcPts val="0"/>
              </a:spcAft>
              <a:buClr>
                <a:schemeClr val="dk1"/>
              </a:buClr>
              <a:buSzPts val="1100"/>
              <a:buFont typeface="Arial"/>
              <a:buNone/>
            </a:pPr>
            <a:endParaRPr sz="1575">
              <a:latin typeface="DM Sans"/>
              <a:ea typeface="DM Sans"/>
              <a:cs typeface="DM Sans"/>
              <a:sym typeface="DM Sans"/>
            </a:endParaRPr>
          </a:p>
          <a:p>
            <a:pPr marL="0" lvl="0" indent="0" algn="l" rtl="0">
              <a:lnSpc>
                <a:spcPct val="110476"/>
              </a:lnSpc>
              <a:spcBef>
                <a:spcPts val="0"/>
              </a:spcBef>
              <a:spcAft>
                <a:spcPts val="0"/>
              </a:spcAft>
              <a:buClr>
                <a:schemeClr val="dk1"/>
              </a:buClr>
              <a:buSzPts val="1100"/>
              <a:buFont typeface="Arial"/>
              <a:buNone/>
            </a:pPr>
            <a:r>
              <a:rPr lang="en-US" sz="1575">
                <a:latin typeface="DM Sans"/>
                <a:ea typeface="DM Sans"/>
                <a:cs typeface="DM Sans"/>
                <a:sym typeface="DM Sans"/>
              </a:rPr>
              <a:t>These costs are for project resources for the delivery of the Samsung Roadshow experience, not including hardware of usage costs. Any additional third party costs including licensing and hosting are not included and will be flagged as part of the project.</a:t>
            </a:r>
            <a:endParaRPr sz="1575">
              <a:latin typeface="DM Sans"/>
              <a:ea typeface="DM Sans"/>
              <a:cs typeface="DM Sans"/>
              <a:sym typeface="DM Sans"/>
            </a:endParaRPr>
          </a:p>
          <a:p>
            <a:pPr marL="457200" lvl="0" indent="0" algn="l" rtl="0">
              <a:lnSpc>
                <a:spcPct val="110476"/>
              </a:lnSpc>
              <a:spcBef>
                <a:spcPts val="0"/>
              </a:spcBef>
              <a:spcAft>
                <a:spcPts val="0"/>
              </a:spcAft>
              <a:buNone/>
            </a:pPr>
            <a:endParaRPr sz="1575">
              <a:latin typeface="DM Sans"/>
              <a:ea typeface="DM Sans"/>
              <a:cs typeface="DM Sans"/>
              <a:sym typeface="DM Sans"/>
            </a:endParaRPr>
          </a:p>
          <a:p>
            <a:pPr marL="45720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Connectivity: Locations must have good WIFI connections; no fallback 4G dongle provision is included in this scope.</a:t>
            </a:r>
            <a:endParaRPr sz="1575">
              <a:latin typeface="DM Sans"/>
              <a:ea typeface="DM Sans"/>
              <a:cs typeface="DM Sans"/>
              <a:sym typeface="DM Sans"/>
            </a:endParaRPr>
          </a:p>
          <a:p>
            <a:pPr marL="0" lvl="0" indent="0" algn="l" rtl="0">
              <a:lnSpc>
                <a:spcPct val="110476"/>
              </a:lnSpc>
              <a:spcBef>
                <a:spcPts val="0"/>
              </a:spcBef>
              <a:spcAft>
                <a:spcPts val="0"/>
              </a:spcAft>
              <a:buNone/>
            </a:pPr>
            <a:endParaRPr sz="200">
              <a:latin typeface="DM Sans"/>
              <a:ea typeface="DM Sans"/>
              <a:cs typeface="DM Sans"/>
              <a:sym typeface="DM Sans"/>
            </a:endParaRPr>
          </a:p>
          <a:p>
            <a:pPr marL="45720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Hardware: These costs are for project resources for the delivery of the experience only; this estimate does not include hardware or usage costs. The Photo Booth printer must be supplied by Blue Square.</a:t>
            </a:r>
            <a:endParaRPr sz="1575">
              <a:latin typeface="DM Sans"/>
              <a:ea typeface="DM Sans"/>
              <a:cs typeface="DM Sans"/>
              <a:sym typeface="DM Sans"/>
            </a:endParaRPr>
          </a:p>
          <a:p>
            <a:pPr marL="0" lvl="0" indent="0" algn="l" rtl="0">
              <a:lnSpc>
                <a:spcPct val="110476"/>
              </a:lnSpc>
              <a:spcBef>
                <a:spcPts val="0"/>
              </a:spcBef>
              <a:spcAft>
                <a:spcPts val="0"/>
              </a:spcAft>
              <a:buNone/>
            </a:pPr>
            <a:endParaRPr sz="200">
              <a:latin typeface="DM Sans"/>
              <a:ea typeface="DM Sans"/>
              <a:cs typeface="DM Sans"/>
              <a:sym typeface="DM Sans"/>
            </a:endParaRPr>
          </a:p>
          <a:p>
            <a:pPr marL="45720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Fulfilment: Prize fulfilment and staffing are to be carried out by Blue Square.</a:t>
            </a:r>
            <a:endParaRPr sz="1575">
              <a:latin typeface="DM Sans"/>
              <a:ea typeface="DM Sans"/>
              <a:cs typeface="DM Sans"/>
              <a:sym typeface="DM Sans"/>
            </a:endParaRPr>
          </a:p>
          <a:p>
            <a:pPr marL="0" lvl="0" indent="0" algn="l" rtl="0">
              <a:lnSpc>
                <a:spcPct val="110476"/>
              </a:lnSpc>
              <a:spcBef>
                <a:spcPts val="0"/>
              </a:spcBef>
              <a:spcAft>
                <a:spcPts val="0"/>
              </a:spcAft>
              <a:buNone/>
            </a:pPr>
            <a:endParaRPr sz="200">
              <a:latin typeface="DM Sans"/>
              <a:ea typeface="DM Sans"/>
              <a:cs typeface="DM Sans"/>
              <a:sym typeface="DM Sans"/>
            </a:endParaRPr>
          </a:p>
          <a:p>
            <a:pPr marL="45720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Third-Party Costs: Any additional third-party costs (beyond standard hosting) including licensing are not included and will be flagged as part of the project if they arise.</a:t>
            </a:r>
            <a:endParaRPr sz="1575">
              <a:latin typeface="DM Sans"/>
              <a:ea typeface="DM Sans"/>
              <a:cs typeface="DM Sans"/>
              <a:sym typeface="DM Sans"/>
            </a:endParaRPr>
          </a:p>
          <a:p>
            <a:pPr marL="0" lvl="0" indent="0" algn="l" rtl="0">
              <a:lnSpc>
                <a:spcPct val="110476"/>
              </a:lnSpc>
              <a:spcBef>
                <a:spcPts val="0"/>
              </a:spcBef>
              <a:spcAft>
                <a:spcPts val="0"/>
              </a:spcAft>
              <a:buNone/>
            </a:pPr>
            <a:endParaRPr sz="200">
              <a:latin typeface="DM Sans"/>
              <a:ea typeface="DM Sans"/>
              <a:cs typeface="DM Sans"/>
              <a:sym typeface="DM Sans"/>
            </a:endParaRPr>
          </a:p>
          <a:p>
            <a:pPr marL="45720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Content: All video and copy content is to be provided by the client.</a:t>
            </a:r>
            <a:endParaRPr sz="1575">
              <a:latin typeface="DM Sans"/>
              <a:ea typeface="DM Sans"/>
              <a:cs typeface="DM Sans"/>
              <a:sym typeface="DM Sans"/>
            </a:endParaRPr>
          </a:p>
        </p:txBody>
      </p:sp>
      <p:sp>
        <p:nvSpPr>
          <p:cNvPr id="222" name="Google Shape;222;p10"/>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8</a:t>
            </a:fld>
            <a:endParaRPr/>
          </a:p>
        </p:txBody>
      </p:sp>
      <p:sp>
        <p:nvSpPr>
          <p:cNvPr id="223" name="Google Shape;223;p10"/>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pic>
        <p:nvPicPr>
          <p:cNvPr id="224" name="Google Shape;224;p10"/>
          <p:cNvPicPr preferRelativeResize="0"/>
          <p:nvPr/>
        </p:nvPicPr>
        <p:blipFill>
          <a:blip r:embed="rId5">
            <a:alphaModFix/>
          </a:blip>
          <a:stretch>
            <a:fillRect/>
          </a:stretch>
        </p:blipFill>
        <p:spPr>
          <a:xfrm>
            <a:off x="152400" y="152400"/>
            <a:ext cx="751612" cy="357200"/>
          </a:xfrm>
          <a:prstGeom prst="rect">
            <a:avLst/>
          </a:prstGeom>
          <a:noFill/>
          <a:ln>
            <a:noFill/>
          </a:ln>
        </p:spPr>
      </p:pic>
      <p:sp>
        <p:nvSpPr>
          <p:cNvPr id="225" name="Google Shape;225;p10"/>
          <p:cNvSpPr/>
          <p:nvPr/>
        </p:nvSpPr>
        <p:spPr>
          <a:xfrm>
            <a:off x="9220200" y="9632850"/>
            <a:ext cx="4035000" cy="257100"/>
          </a:xfrm>
          <a:prstGeom prst="rect">
            <a:avLst/>
          </a:prstGeom>
          <a:noFill/>
          <a:ln>
            <a:noFill/>
          </a:ln>
        </p:spPr>
        <p:txBody>
          <a:bodyPr spcFirstLastPara="1" wrap="square" lIns="0" tIns="0" rIns="0" bIns="0" anchor="t" anchorCtr="0">
            <a:noAutofit/>
          </a:bodyPr>
          <a:lstStyle/>
          <a:p>
            <a:pPr marL="0" marR="0" lvl="0" indent="0" algn="l" rtl="0">
              <a:lnSpc>
                <a:spcPct val="110476"/>
              </a:lnSpc>
              <a:spcBef>
                <a:spcPts val="0"/>
              </a:spcBef>
              <a:spcAft>
                <a:spcPts val="0"/>
              </a:spcAft>
              <a:buClr>
                <a:srgbClr val="000000"/>
              </a:buClr>
              <a:buSzPts val="1575"/>
              <a:buFont typeface="DM Sans"/>
              <a:buNone/>
            </a:pPr>
            <a:r>
              <a:rPr lang="en-US" sz="1575" b="1">
                <a:latin typeface="DM Sans"/>
                <a:ea typeface="DM Sans"/>
                <a:cs typeface="DM Sans"/>
                <a:sym typeface="DM Sans"/>
              </a:rPr>
              <a:t>TOTAL</a:t>
            </a:r>
            <a:endParaRPr sz="1575" b="0" i="0" u="none" strike="noStrike" cap="none">
              <a:solidFill>
                <a:schemeClr val="dk1"/>
              </a:solidFill>
              <a:latin typeface="Calibri"/>
              <a:ea typeface="Calibri"/>
              <a:cs typeface="Calibri"/>
              <a:sym typeface="Calibri"/>
            </a:endParaRPr>
          </a:p>
        </p:txBody>
      </p:sp>
      <p:pic>
        <p:nvPicPr>
          <p:cNvPr id="226" name="Google Shape;226;p10" descr="preencoded.png"/>
          <p:cNvPicPr preferRelativeResize="0"/>
          <p:nvPr/>
        </p:nvPicPr>
        <p:blipFill rotWithShape="1">
          <a:blip r:embed="rId3">
            <a:alphaModFix/>
          </a:blip>
          <a:srcRect/>
          <a:stretch/>
        </p:blipFill>
        <p:spPr>
          <a:xfrm>
            <a:off x="9220200" y="9494740"/>
            <a:ext cx="8458200" cy="18288"/>
          </a:xfrm>
          <a:prstGeom prst="rect">
            <a:avLst/>
          </a:prstGeom>
          <a:noFill/>
          <a:ln>
            <a:noFill/>
          </a:ln>
        </p:spPr>
      </p:pic>
      <p:sp>
        <p:nvSpPr>
          <p:cNvPr id="227" name="Google Shape;227;p10"/>
          <p:cNvSpPr/>
          <p:nvPr/>
        </p:nvSpPr>
        <p:spPr>
          <a:xfrm>
            <a:off x="16719225" y="9632850"/>
            <a:ext cx="959100" cy="257100"/>
          </a:xfrm>
          <a:prstGeom prst="rect">
            <a:avLst/>
          </a:prstGeom>
          <a:noFill/>
          <a:ln>
            <a:noFill/>
          </a:ln>
        </p:spPr>
        <p:txBody>
          <a:bodyPr spcFirstLastPara="1" wrap="square" lIns="0" tIns="0" rIns="0" bIns="0" anchor="t" anchorCtr="0">
            <a:noAutofit/>
          </a:bodyPr>
          <a:lstStyle/>
          <a:p>
            <a:pPr marL="0" marR="0" lvl="0" indent="0" algn="r" rtl="0">
              <a:lnSpc>
                <a:spcPct val="110476"/>
              </a:lnSpc>
              <a:spcBef>
                <a:spcPts val="0"/>
              </a:spcBef>
              <a:spcAft>
                <a:spcPts val="0"/>
              </a:spcAft>
              <a:buClr>
                <a:srgbClr val="000000"/>
              </a:buClr>
              <a:buSzPts val="1575"/>
              <a:buFont typeface="DM Sans"/>
              <a:buNone/>
            </a:pPr>
            <a:r>
              <a:rPr lang="en-US" sz="1575" b="1">
                <a:latin typeface="DM Sans"/>
                <a:ea typeface="DM Sans"/>
                <a:cs typeface="DM Sans"/>
                <a:sym typeface="DM Sans"/>
              </a:rPr>
              <a:t>£25,314</a:t>
            </a:r>
            <a:endParaRPr sz="1575" b="1" i="0" u="none" strike="noStrike" cap="none">
              <a:solidFill>
                <a:schemeClr val="dk1"/>
              </a:solidFill>
              <a:latin typeface="Calibri"/>
              <a:ea typeface="Calibri"/>
              <a:cs typeface="Calibri"/>
              <a:sym typeface="Calibri"/>
            </a:endParaRPr>
          </a:p>
        </p:txBody>
      </p:sp>
      <p:sp>
        <p:nvSpPr>
          <p:cNvPr id="228" name="Google Shape;228;p10"/>
          <p:cNvSpPr/>
          <p:nvPr/>
        </p:nvSpPr>
        <p:spPr>
          <a:xfrm>
            <a:off x="16237150" y="152400"/>
            <a:ext cx="1898400" cy="126300"/>
          </a:xfrm>
          <a:prstGeom prst="rect">
            <a:avLst/>
          </a:prstGeom>
          <a:noFill/>
          <a:ln>
            <a:noFill/>
          </a:ln>
        </p:spPr>
        <p:txBody>
          <a:bodyPr spcFirstLastPara="1" wrap="square" lIns="0" tIns="0" rIns="0" bIns="0" anchor="t" anchorCtr="0">
            <a:noAutofit/>
          </a:bodyPr>
          <a:lstStyle/>
          <a:p>
            <a:pPr marL="0" lvl="0" indent="0" algn="r" rtl="0">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marL="0" marR="0" lvl="0" indent="0" algn="r" rtl="0">
              <a:lnSpc>
                <a:spcPct val="119000"/>
              </a:lnSpc>
              <a:spcBef>
                <a:spcPts val="0"/>
              </a:spcBef>
              <a:spcAft>
                <a:spcPts val="0"/>
              </a:spcAft>
              <a:buClr>
                <a:srgbClr val="000000"/>
              </a:buClr>
              <a:buSzPts val="900"/>
              <a:buFont typeface="DM Mono"/>
              <a:buNone/>
            </a:pPr>
            <a:endParaRPr sz="900">
              <a:latin typeface="DM Mono"/>
              <a:ea typeface="DM Mono"/>
              <a:cs typeface="DM Mono"/>
              <a:sym typeface="DM Mono"/>
            </a:endParaRPr>
          </a:p>
        </p:txBody>
      </p:sp>
      <p:sp>
        <p:nvSpPr>
          <p:cNvPr id="229" name="Google Shape;229;p10"/>
          <p:cNvSpPr/>
          <p:nvPr/>
        </p:nvSpPr>
        <p:spPr>
          <a:xfrm>
            <a:off x="9220200" y="5655475"/>
            <a:ext cx="6518100" cy="2571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1400"/>
              </a:spcBef>
              <a:spcAft>
                <a:spcPts val="400"/>
              </a:spcAft>
              <a:buClr>
                <a:schemeClr val="dk1"/>
              </a:buClr>
              <a:buSzPts val="1100"/>
              <a:buFont typeface="Arial"/>
              <a:buNone/>
            </a:pPr>
            <a:r>
              <a:rPr lang="en-US" sz="1700" b="1">
                <a:solidFill>
                  <a:schemeClr val="dk1"/>
                </a:solidFill>
                <a:latin typeface="DM Sans"/>
                <a:ea typeface="DM Sans"/>
                <a:cs typeface="DM Sans"/>
                <a:sym typeface="DM Sans"/>
              </a:rPr>
              <a:t>Photo Booth </a:t>
            </a:r>
            <a:endParaRPr sz="1575" b="0" i="0" u="none" strike="noStrike" cap="none">
              <a:solidFill>
                <a:schemeClr val="dk1"/>
              </a:solidFill>
              <a:latin typeface="Calibri"/>
              <a:ea typeface="Calibri"/>
              <a:cs typeface="Calibri"/>
              <a:sym typeface="Calibri"/>
            </a:endParaRPr>
          </a:p>
        </p:txBody>
      </p:sp>
      <p:sp>
        <p:nvSpPr>
          <p:cNvPr id="230" name="Google Shape;230;p10"/>
          <p:cNvSpPr/>
          <p:nvPr/>
        </p:nvSpPr>
        <p:spPr>
          <a:xfrm>
            <a:off x="9220200" y="6026950"/>
            <a:ext cx="7229700" cy="3211800"/>
          </a:xfrm>
          <a:prstGeom prst="rect">
            <a:avLst/>
          </a:prstGeom>
          <a:noFill/>
          <a:ln>
            <a:noFill/>
          </a:ln>
        </p:spPr>
        <p:txBody>
          <a:bodyPr spcFirstLastPara="1" wrap="square" lIns="0" tIns="0" rIns="0" bIns="0" anchor="t" anchorCtr="0">
            <a:noAutofit/>
          </a:bodyPr>
          <a:lstStyle/>
          <a:p>
            <a:pPr marL="0" marR="0" lvl="0" indent="0" algn="l" rtl="0">
              <a:lnSpc>
                <a:spcPct val="110476"/>
              </a:lnSpc>
              <a:spcBef>
                <a:spcPts val="0"/>
              </a:spcBef>
              <a:spcAft>
                <a:spcPts val="0"/>
              </a:spcAft>
              <a:buNone/>
            </a:pPr>
            <a:r>
              <a:rPr lang="en-US" sz="1575" b="1">
                <a:latin typeface="DM Sans"/>
                <a:ea typeface="DM Sans"/>
                <a:cs typeface="DM Sans"/>
                <a:sym typeface="DM Sans"/>
              </a:rPr>
              <a:t>Tasks</a:t>
            </a:r>
            <a:endParaRPr sz="1575">
              <a:latin typeface="DM Sans"/>
              <a:ea typeface="DM Sans"/>
              <a:cs typeface="DM Sans"/>
              <a:sym typeface="DM Sans"/>
            </a:endParaRPr>
          </a:p>
          <a:p>
            <a:pPr marL="457200" marR="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UI &amp; Design: Branded interface, countdowns, and print overlays.</a:t>
            </a:r>
            <a:endParaRPr sz="1575">
              <a:latin typeface="DM Sans"/>
              <a:ea typeface="DM Sans"/>
              <a:cs typeface="DM Sans"/>
              <a:sym typeface="DM Sans"/>
            </a:endParaRPr>
          </a:p>
          <a:p>
            <a:pPr marL="457200" marR="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Capture Mechanics: Front-facing camera integration with 4-shot grid sequence.</a:t>
            </a:r>
            <a:endParaRPr sz="1575">
              <a:latin typeface="DM Sans"/>
              <a:ea typeface="DM Sans"/>
              <a:cs typeface="DM Sans"/>
              <a:sym typeface="DM Sans"/>
            </a:endParaRPr>
          </a:p>
          <a:p>
            <a:pPr marL="457200" marR="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User Flow: Start trigger, retake options, and print confirmation logic.</a:t>
            </a:r>
            <a:endParaRPr sz="1575">
              <a:latin typeface="DM Sans"/>
              <a:ea typeface="DM Sans"/>
              <a:cs typeface="DM Sans"/>
              <a:sym typeface="DM Sans"/>
            </a:endParaRPr>
          </a:p>
          <a:p>
            <a:pPr marL="457200" marR="0" lvl="0" indent="-328613" algn="l" rtl="0">
              <a:lnSpc>
                <a:spcPct val="110476"/>
              </a:lnSpc>
              <a:spcBef>
                <a:spcPts val="0"/>
              </a:spcBef>
              <a:spcAft>
                <a:spcPts val="0"/>
              </a:spcAft>
              <a:buSzPts val="1575"/>
              <a:buFont typeface="DM Sans"/>
              <a:buChar char="●"/>
            </a:pPr>
            <a:r>
              <a:rPr lang="en-US" sz="1575">
                <a:latin typeface="DM Sans"/>
                <a:ea typeface="DM Sans"/>
                <a:cs typeface="DM Sans"/>
                <a:sym typeface="DM Sans"/>
              </a:rPr>
              <a:t>Output: Automated GIF creation and QR code generation.</a:t>
            </a:r>
            <a:endParaRPr sz="1575">
              <a:latin typeface="DM Sans"/>
              <a:ea typeface="DM Sans"/>
              <a:cs typeface="DM Sans"/>
              <a:sym typeface="DM Sans"/>
            </a:endParaRPr>
          </a:p>
          <a:p>
            <a:pPr marL="0" marR="0" lvl="0" indent="0" algn="l" rtl="0">
              <a:lnSpc>
                <a:spcPct val="110476"/>
              </a:lnSpc>
              <a:spcBef>
                <a:spcPts val="0"/>
              </a:spcBef>
              <a:spcAft>
                <a:spcPts val="0"/>
              </a:spcAft>
              <a:buNone/>
            </a:pPr>
            <a:endParaRPr sz="1575">
              <a:latin typeface="DM Sans"/>
              <a:ea typeface="DM Sans"/>
              <a:cs typeface="DM Sans"/>
              <a:sym typeface="DM Sans"/>
            </a:endParaRPr>
          </a:p>
          <a:p>
            <a:pPr marL="0" marR="0" lvl="0" indent="0" algn="l" rtl="0">
              <a:lnSpc>
                <a:spcPct val="110476"/>
              </a:lnSpc>
              <a:spcBef>
                <a:spcPts val="0"/>
              </a:spcBef>
              <a:spcAft>
                <a:spcPts val="0"/>
              </a:spcAft>
              <a:buNone/>
            </a:pPr>
            <a:r>
              <a:rPr lang="en-US" sz="1575" b="1">
                <a:latin typeface="DM Sans"/>
                <a:ea typeface="DM Sans"/>
                <a:cs typeface="DM Sans"/>
                <a:sym typeface="DM Sans"/>
              </a:rPr>
              <a:t>Team:</a:t>
            </a:r>
            <a:endParaRPr sz="1575" b="1">
              <a:latin typeface="DM Sans"/>
              <a:ea typeface="DM Sans"/>
              <a:cs typeface="DM Sans"/>
              <a:sym typeface="DM Sans"/>
            </a:endParaRPr>
          </a:p>
          <a:p>
            <a:pPr marL="0" marR="0" lvl="0" indent="0" algn="l" rtl="0">
              <a:lnSpc>
                <a:spcPct val="110476"/>
              </a:lnSpc>
              <a:spcBef>
                <a:spcPts val="0"/>
              </a:spcBef>
              <a:spcAft>
                <a:spcPts val="0"/>
              </a:spcAft>
              <a:buNone/>
            </a:pPr>
            <a:r>
              <a:rPr lang="en-US" sz="1575">
                <a:latin typeface="DM Sans"/>
                <a:ea typeface="DM Sans"/>
                <a:cs typeface="DM Sans"/>
                <a:sym typeface="DM Sans"/>
              </a:rPr>
              <a:t>UX/UI Designer, Experience Lead, Delivery Lead, Tech Lead, Frontend Developer, Backend Developer</a:t>
            </a:r>
            <a:endParaRPr sz="1575">
              <a:latin typeface="DM Sans"/>
              <a:ea typeface="DM Sans"/>
              <a:cs typeface="DM Sans"/>
              <a:sym typeface="DM Sans"/>
            </a:endParaRPr>
          </a:p>
          <a:p>
            <a:pPr marL="0" marR="0" lvl="0" indent="0" algn="l" rtl="0">
              <a:lnSpc>
                <a:spcPct val="110476"/>
              </a:lnSpc>
              <a:spcBef>
                <a:spcPts val="0"/>
              </a:spcBef>
              <a:spcAft>
                <a:spcPts val="0"/>
              </a:spcAft>
              <a:buNone/>
            </a:pPr>
            <a:endParaRPr sz="1575">
              <a:latin typeface="DM Sans"/>
              <a:ea typeface="DM Sans"/>
              <a:cs typeface="DM Sans"/>
              <a:sym typeface="DM Sans"/>
            </a:endParaRPr>
          </a:p>
          <a:p>
            <a:pPr marL="0" marR="0" lvl="0" indent="0" algn="l" rtl="0">
              <a:lnSpc>
                <a:spcPct val="110476"/>
              </a:lnSpc>
              <a:spcBef>
                <a:spcPts val="0"/>
              </a:spcBef>
              <a:spcAft>
                <a:spcPts val="0"/>
              </a:spcAft>
              <a:buNone/>
            </a:pPr>
            <a:r>
              <a:rPr lang="en-US" sz="1575" b="1">
                <a:latin typeface="DM Sans"/>
                <a:ea typeface="DM Sans"/>
                <a:cs typeface="DM Sans"/>
                <a:sym typeface="DM Sans"/>
              </a:rPr>
              <a:t>Duration:</a:t>
            </a:r>
            <a:endParaRPr sz="1575" b="1">
              <a:latin typeface="DM Sans"/>
              <a:ea typeface="DM Sans"/>
              <a:cs typeface="DM Sans"/>
              <a:sym typeface="DM Sans"/>
            </a:endParaRPr>
          </a:p>
          <a:p>
            <a:pPr marL="0" marR="0" lvl="0" indent="0" algn="l" rtl="0">
              <a:lnSpc>
                <a:spcPct val="110476"/>
              </a:lnSpc>
              <a:spcBef>
                <a:spcPts val="0"/>
              </a:spcBef>
              <a:spcAft>
                <a:spcPts val="0"/>
              </a:spcAft>
              <a:buNone/>
            </a:pPr>
            <a:r>
              <a:rPr lang="en-US" sz="1575">
                <a:latin typeface="DM Sans"/>
                <a:ea typeface="DM Sans"/>
                <a:cs typeface="DM Sans"/>
                <a:sym typeface="DM Sans"/>
              </a:rPr>
              <a:t>2 weeks</a:t>
            </a:r>
            <a:endParaRPr sz="1575">
              <a:latin typeface="DM Sans"/>
              <a:ea typeface="DM Sans"/>
              <a:cs typeface="DM Sans"/>
              <a:sym typeface="DM Sans"/>
            </a:endParaRPr>
          </a:p>
        </p:txBody>
      </p:sp>
      <p:sp>
        <p:nvSpPr>
          <p:cNvPr id="231" name="Google Shape;231;p10"/>
          <p:cNvSpPr/>
          <p:nvPr/>
        </p:nvSpPr>
        <p:spPr>
          <a:xfrm>
            <a:off x="16512913" y="5655475"/>
            <a:ext cx="1185600" cy="257100"/>
          </a:xfrm>
          <a:prstGeom prst="rect">
            <a:avLst/>
          </a:prstGeom>
          <a:noFill/>
          <a:ln>
            <a:noFill/>
          </a:ln>
        </p:spPr>
        <p:txBody>
          <a:bodyPr spcFirstLastPara="1" wrap="square" lIns="0" tIns="0" rIns="0" bIns="0" anchor="t" anchorCtr="0">
            <a:noAutofit/>
          </a:bodyPr>
          <a:lstStyle/>
          <a:p>
            <a:pPr marL="0" marR="0" lvl="0" indent="0" algn="r" rtl="0">
              <a:lnSpc>
                <a:spcPct val="110476"/>
              </a:lnSpc>
              <a:spcBef>
                <a:spcPts val="0"/>
              </a:spcBef>
              <a:spcAft>
                <a:spcPts val="0"/>
              </a:spcAft>
              <a:buClr>
                <a:srgbClr val="000000"/>
              </a:buClr>
              <a:buSzPts val="1575"/>
              <a:buFont typeface="DM Sans"/>
              <a:buNone/>
            </a:pPr>
            <a:r>
              <a:rPr lang="en-US" sz="1575">
                <a:solidFill>
                  <a:schemeClr val="dk1"/>
                </a:solidFill>
                <a:latin typeface="DM Sans"/>
                <a:ea typeface="DM Sans"/>
                <a:cs typeface="DM Sans"/>
                <a:sym typeface="DM Sans"/>
              </a:rPr>
              <a:t>£10,614</a:t>
            </a:r>
            <a:endParaRPr sz="1575" i="0" u="none" strike="noStrike" cap="none">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ECE9"/>
        </a:solidFill>
        <a:effectLst/>
      </p:bgPr>
    </p:bg>
    <p:spTree>
      <p:nvGrpSpPr>
        <p:cNvPr id="1" name="Shape 236"/>
        <p:cNvGrpSpPr/>
        <p:nvPr/>
      </p:nvGrpSpPr>
      <p:grpSpPr>
        <a:xfrm>
          <a:off x="0" y="0"/>
          <a:ext cx="0" cy="0"/>
          <a:chOff x="0" y="0"/>
          <a:chExt cx="0" cy="0"/>
        </a:xfrm>
      </p:grpSpPr>
      <p:pic>
        <p:nvPicPr>
          <p:cNvPr id="237" name="Google Shape;237;p11" descr="preencoded.png"/>
          <p:cNvPicPr preferRelativeResize="0"/>
          <p:nvPr/>
        </p:nvPicPr>
        <p:blipFill rotWithShape="1">
          <a:blip r:embed="rId3">
            <a:alphaModFix/>
          </a:blip>
          <a:srcRect/>
          <a:stretch/>
        </p:blipFill>
        <p:spPr>
          <a:xfrm>
            <a:off x="152400" y="652463"/>
            <a:ext cx="17983197" cy="18288"/>
          </a:xfrm>
          <a:prstGeom prst="rect">
            <a:avLst/>
          </a:prstGeom>
          <a:noFill/>
          <a:ln>
            <a:noFill/>
          </a:ln>
        </p:spPr>
      </p:pic>
      <p:sp>
        <p:nvSpPr>
          <p:cNvPr id="238" name="Google Shape;238;p11"/>
          <p:cNvSpPr/>
          <p:nvPr/>
        </p:nvSpPr>
        <p:spPr>
          <a:xfrm>
            <a:off x="152400" y="781050"/>
            <a:ext cx="18030900" cy="5267400"/>
          </a:xfrm>
          <a:prstGeom prst="rect">
            <a:avLst/>
          </a:prstGeom>
          <a:noFill/>
          <a:ln>
            <a:noFill/>
          </a:ln>
        </p:spPr>
        <p:txBody>
          <a:bodyPr spcFirstLastPara="1" wrap="square" lIns="0" tIns="0" rIns="0" bIns="0" anchor="t" anchorCtr="0">
            <a:noAutofit/>
          </a:bodyPr>
          <a:lstStyle/>
          <a:p>
            <a:pPr marL="0" marR="0" lvl="0" indent="0" algn="l" rtl="0">
              <a:lnSpc>
                <a:spcPct val="76500"/>
              </a:lnSpc>
              <a:spcBef>
                <a:spcPts val="0"/>
              </a:spcBef>
              <a:spcAft>
                <a:spcPts val="0"/>
              </a:spcAft>
              <a:buClr>
                <a:srgbClr val="000000"/>
              </a:buClr>
              <a:buSzPts val="46125"/>
              <a:buFont typeface="League Gothic"/>
              <a:buNone/>
            </a:pPr>
            <a:r>
              <a:rPr lang="en-US" sz="40000">
                <a:latin typeface="League Gothic"/>
                <a:ea typeface="League Gothic"/>
                <a:cs typeface="League Gothic"/>
                <a:sym typeface="League Gothic"/>
              </a:rPr>
              <a:t>THANK YOU</a:t>
            </a:r>
            <a:endParaRPr sz="40000" b="0" i="0" u="none" strike="noStrike" cap="none">
              <a:solidFill>
                <a:schemeClr val="dk1"/>
              </a:solidFill>
              <a:latin typeface="Calibri"/>
              <a:ea typeface="Calibri"/>
              <a:cs typeface="Calibri"/>
              <a:sym typeface="Calibri"/>
            </a:endParaRPr>
          </a:p>
        </p:txBody>
      </p:sp>
      <p:pic>
        <p:nvPicPr>
          <p:cNvPr id="239" name="Google Shape;239;p11"/>
          <p:cNvPicPr preferRelativeResize="0"/>
          <p:nvPr/>
        </p:nvPicPr>
        <p:blipFill rotWithShape="1">
          <a:blip r:embed="rId4">
            <a:alphaModFix/>
          </a:blip>
          <a:srcRect t="27176" b="38354"/>
          <a:stretch/>
        </p:blipFill>
        <p:spPr>
          <a:xfrm>
            <a:off x="219075" y="6185225"/>
            <a:ext cx="17849850" cy="4101775"/>
          </a:xfrm>
          <a:prstGeom prst="rect">
            <a:avLst/>
          </a:prstGeom>
          <a:noFill/>
          <a:ln>
            <a:noFill/>
          </a:ln>
        </p:spPr>
      </p:pic>
      <p:pic>
        <p:nvPicPr>
          <p:cNvPr id="240" name="Google Shape;240;p11"/>
          <p:cNvPicPr preferRelativeResize="0"/>
          <p:nvPr/>
        </p:nvPicPr>
        <p:blipFill rotWithShape="1">
          <a:blip r:embed="rId5">
            <a:alphaModFix/>
          </a:blip>
          <a:srcRect b="25234"/>
          <a:stretch/>
        </p:blipFill>
        <p:spPr>
          <a:xfrm>
            <a:off x="0" y="4772002"/>
            <a:ext cx="18288000" cy="4294350"/>
          </a:xfrm>
          <a:prstGeom prst="rect">
            <a:avLst/>
          </a:prstGeom>
          <a:noFill/>
          <a:ln>
            <a:noFill/>
          </a:ln>
        </p:spPr>
      </p:pic>
      <p:sp>
        <p:nvSpPr>
          <p:cNvPr id="241" name="Google Shape;241;p11"/>
          <p:cNvSpPr txBox="1">
            <a:spLocks noGrp="1"/>
          </p:cNvSpPr>
          <p:nvPr>
            <p:ph type="sldNum" idx="4294967295"/>
          </p:nvPr>
        </p:nvSpPr>
        <p:spPr>
          <a:xfrm>
            <a:off x="17883156" y="278738"/>
            <a:ext cx="560100" cy="2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US"/>
              <a:t>9</a:t>
            </a:fld>
            <a:endParaRPr/>
          </a:p>
        </p:txBody>
      </p:sp>
      <p:sp>
        <p:nvSpPr>
          <p:cNvPr id="242" name="Google Shape;242;p11"/>
          <p:cNvSpPr/>
          <p:nvPr/>
        </p:nvSpPr>
        <p:spPr>
          <a:xfrm>
            <a:off x="17176400" y="152400"/>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b="0" i="0" u="none" strike="noStrike" cap="none">
                <a:solidFill>
                  <a:srgbClr val="000000"/>
                </a:solidFill>
                <a:latin typeface="DM Mono"/>
                <a:ea typeface="DM Mono"/>
                <a:cs typeface="DM Mono"/>
                <a:sym typeface="DM Mono"/>
              </a:rPr>
              <a:t>PRESENTATION</a:t>
            </a:r>
            <a:br>
              <a:rPr lang="en-US" sz="900" b="0" i="0" u="none" strike="noStrike" cap="none">
                <a:solidFill>
                  <a:srgbClr val="000000"/>
                </a:solidFill>
                <a:latin typeface="DM Mono"/>
                <a:ea typeface="DM Mono"/>
                <a:cs typeface="DM Mono"/>
                <a:sym typeface="DM Mono"/>
              </a:rPr>
            </a:br>
            <a:endParaRPr sz="900" b="0" i="0" u="none" strike="noStrike" cap="none">
              <a:solidFill>
                <a:schemeClr val="dk1"/>
              </a:solidFill>
              <a:latin typeface="Calibri"/>
              <a:ea typeface="Calibri"/>
              <a:cs typeface="Calibri"/>
              <a:sym typeface="Calibri"/>
            </a:endParaRPr>
          </a:p>
        </p:txBody>
      </p:sp>
      <p:sp>
        <p:nvSpPr>
          <p:cNvPr id="243" name="Google Shape;243;p11"/>
          <p:cNvSpPr/>
          <p:nvPr/>
        </p:nvSpPr>
        <p:spPr>
          <a:xfrm>
            <a:off x="16955451" y="321045"/>
            <a:ext cx="959100" cy="126300"/>
          </a:xfrm>
          <a:prstGeom prst="rect">
            <a:avLst/>
          </a:prstGeom>
          <a:noFill/>
          <a:ln>
            <a:noFill/>
          </a:ln>
        </p:spPr>
        <p:txBody>
          <a:bodyPr spcFirstLastPara="1" wrap="square" lIns="0" tIns="0" rIns="0" bIns="0" anchor="t" anchorCtr="0">
            <a:noAutofit/>
          </a:bodyPr>
          <a:lstStyle/>
          <a:p>
            <a:pPr marL="0" marR="0" lvl="0" indent="0" algn="r" rtl="0">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sz="900" b="0" i="0" u="none" strike="noStrike" cap="none">
              <a:solidFill>
                <a:schemeClr val="dk1"/>
              </a:solidFill>
              <a:latin typeface="Calibri"/>
              <a:ea typeface="Calibri"/>
              <a:cs typeface="Calibri"/>
              <a:sym typeface="Calibri"/>
            </a:endParaRPr>
          </a:p>
        </p:txBody>
      </p:sp>
      <p:pic>
        <p:nvPicPr>
          <p:cNvPr id="244" name="Google Shape;244;p11"/>
          <p:cNvPicPr preferRelativeResize="0"/>
          <p:nvPr/>
        </p:nvPicPr>
        <p:blipFill>
          <a:blip r:embed="rId6">
            <a:alphaModFix/>
          </a:blip>
          <a:stretch>
            <a:fillRect/>
          </a:stretch>
        </p:blipFill>
        <p:spPr>
          <a:xfrm>
            <a:off x="152400" y="152400"/>
            <a:ext cx="751612" cy="3572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714</Words>
  <Application>Microsoft Office PowerPoint</Application>
  <PresentationFormat>Custom</PresentationFormat>
  <Paragraphs>198</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DM Sans</vt:lpstr>
      <vt:lpstr>Calibri</vt:lpstr>
      <vt:lpstr>DM Mono</vt:lpstr>
      <vt:lpstr>League Gothic</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Elizabeth Alabi</dc:creator>
  <cp:lastModifiedBy>Elizabeth Alabi</cp:lastModifiedBy>
  <cp:revision>1</cp:revision>
  <dcterms:modified xsi:type="dcterms:W3CDTF">2026-06-24T07:58:57Z</dcterms:modified>
</cp:coreProperties>
</file>